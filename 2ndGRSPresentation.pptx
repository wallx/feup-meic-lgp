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27"/>
  </p:notes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60" r:id="rId9"/>
    <p:sldId id="261" r:id="rId10"/>
    <p:sldId id="272" r:id="rId11"/>
    <p:sldId id="273" r:id="rId12"/>
    <p:sldId id="274" r:id="rId13"/>
    <p:sldId id="262" r:id="rId14"/>
    <p:sldId id="263" r:id="rId15"/>
    <p:sldId id="264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0646E5-68EC-A0B5-1B80-F3A0E971CF2C}" name="Pedro Januário" initials="PJ" userId="S::up202108768@up.pt::38ed2c84-019a-4836-91bb-2994876ab54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3E5FEE-2A38-E743-BCB7-9D005F87A497}" v="205" dt="2025-05-27T16:57:42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6"/>
    <p:restoredTop sz="94660"/>
  </p:normalViewPr>
  <p:slideViewPr>
    <p:cSldViewPr snapToGrid="0">
      <p:cViewPr>
        <p:scale>
          <a:sx n="176" d="100"/>
          <a:sy n="176" d="100"/>
        </p:scale>
        <p:origin x="48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Machado Leão Silva Cunha" userId="ad4c128f-6de8-4881-93a4-cb5291b9a5f4" providerId="ADAL" clId="{823E5FEE-2A38-E743-BCB7-9D005F87A497}"/>
    <pc:docChg chg="undo custSel addSld delSld modSld">
      <pc:chgData name="Alexandre Machado Leão Silva Cunha" userId="ad4c128f-6de8-4881-93a4-cb5291b9a5f4" providerId="ADAL" clId="{823E5FEE-2A38-E743-BCB7-9D005F87A497}" dt="2025-05-27T16:57:42.539" v="731" actId="20577"/>
      <pc:docMkLst>
        <pc:docMk/>
      </pc:docMkLst>
      <pc:sldChg chg="modSp modAnim">
        <pc:chgData name="Alexandre Machado Leão Silva Cunha" userId="ad4c128f-6de8-4881-93a4-cb5291b9a5f4" providerId="ADAL" clId="{823E5FEE-2A38-E743-BCB7-9D005F87A497}" dt="2025-05-27T16:57:42.539" v="731" actId="20577"/>
        <pc:sldMkLst>
          <pc:docMk/>
          <pc:sldMk cId="2699936966" sldId="256"/>
        </pc:sldMkLst>
        <pc:spChg chg="mod">
          <ac:chgData name="Alexandre Machado Leão Silva Cunha" userId="ad4c128f-6de8-4881-93a4-cb5291b9a5f4" providerId="ADAL" clId="{823E5FEE-2A38-E743-BCB7-9D005F87A497}" dt="2025-05-27T16:57:42.539" v="731" actId="20577"/>
          <ac:spMkLst>
            <pc:docMk/>
            <pc:sldMk cId="2699936966" sldId="256"/>
            <ac:spMk id="3" creationId="{AC94AD25-81BB-2C0F-C561-AC49A04CBA4E}"/>
          </ac:spMkLst>
        </pc:spChg>
      </pc:sldChg>
      <pc:sldChg chg="modSp">
        <pc:chgData name="Alexandre Machado Leão Silva Cunha" userId="ad4c128f-6de8-4881-93a4-cb5291b9a5f4" providerId="ADAL" clId="{823E5FEE-2A38-E743-BCB7-9D005F87A497}" dt="2025-05-27T15:56:46.064" v="136" actId="20577"/>
        <pc:sldMkLst>
          <pc:docMk/>
          <pc:sldMk cId="4263329463" sldId="261"/>
        </pc:sldMkLst>
        <pc:graphicFrameChg chg="mod">
          <ac:chgData name="Alexandre Machado Leão Silva Cunha" userId="ad4c128f-6de8-4881-93a4-cb5291b9a5f4" providerId="ADAL" clId="{823E5FEE-2A38-E743-BCB7-9D005F87A497}" dt="2025-05-27T15:56:46.064" v="136" actId="20577"/>
          <ac:graphicFrameMkLst>
            <pc:docMk/>
            <pc:sldMk cId="4263329463" sldId="261"/>
            <ac:graphicFrameMk id="15" creationId="{236B7B9F-C7B7-9BB5-EB71-337376BD6594}"/>
          </ac:graphicFrameMkLst>
        </pc:graphicFrameChg>
      </pc:sldChg>
      <pc:sldChg chg="modSp">
        <pc:chgData name="Alexandre Machado Leão Silva Cunha" userId="ad4c128f-6de8-4881-93a4-cb5291b9a5f4" providerId="ADAL" clId="{823E5FEE-2A38-E743-BCB7-9D005F87A497}" dt="2025-05-27T16:14:47.370" v="191" actId="14826"/>
        <pc:sldMkLst>
          <pc:docMk/>
          <pc:sldMk cId="313175331" sldId="262"/>
        </pc:sldMkLst>
        <pc:picChg chg="mod">
          <ac:chgData name="Alexandre Machado Leão Silva Cunha" userId="ad4c128f-6de8-4881-93a4-cb5291b9a5f4" providerId="ADAL" clId="{823E5FEE-2A38-E743-BCB7-9D005F87A497}" dt="2025-05-27T16:14:47.370" v="191" actId="14826"/>
          <ac:picMkLst>
            <pc:docMk/>
            <pc:sldMk cId="313175331" sldId="262"/>
            <ac:picMk id="5" creationId="{E088D54F-FB90-9BC6-3D54-0E01D0F4361B}"/>
          </ac:picMkLst>
        </pc:picChg>
      </pc:sldChg>
      <pc:sldChg chg="modSp mod">
        <pc:chgData name="Alexandre Machado Leão Silva Cunha" userId="ad4c128f-6de8-4881-93a4-cb5291b9a5f4" providerId="ADAL" clId="{823E5FEE-2A38-E743-BCB7-9D005F87A497}" dt="2025-05-27T16:16:43.940" v="270" actId="313"/>
        <pc:sldMkLst>
          <pc:docMk/>
          <pc:sldMk cId="1051997445" sldId="263"/>
        </pc:sldMkLst>
        <pc:spChg chg="mod">
          <ac:chgData name="Alexandre Machado Leão Silva Cunha" userId="ad4c128f-6de8-4881-93a4-cb5291b9a5f4" providerId="ADAL" clId="{823E5FEE-2A38-E743-BCB7-9D005F87A497}" dt="2025-05-27T16:16:43.940" v="270" actId="313"/>
          <ac:spMkLst>
            <pc:docMk/>
            <pc:sldMk cId="1051997445" sldId="263"/>
            <ac:spMk id="3" creationId="{6005146C-CBBD-BE50-B9B6-1A2CC1BF2DB2}"/>
          </ac:spMkLst>
        </pc:spChg>
      </pc:sldChg>
      <pc:sldChg chg="delSp mod">
        <pc:chgData name="Alexandre Machado Leão Silva Cunha" userId="ad4c128f-6de8-4881-93a4-cb5291b9a5f4" providerId="ADAL" clId="{823E5FEE-2A38-E743-BCB7-9D005F87A497}" dt="2025-05-27T16:16:52.196" v="271" actId="478"/>
        <pc:sldMkLst>
          <pc:docMk/>
          <pc:sldMk cId="3011502760" sldId="264"/>
        </pc:sldMkLst>
        <pc:spChg chg="del">
          <ac:chgData name="Alexandre Machado Leão Silva Cunha" userId="ad4c128f-6de8-4881-93a4-cb5291b9a5f4" providerId="ADAL" clId="{823E5FEE-2A38-E743-BCB7-9D005F87A497}" dt="2025-05-27T16:16:52.196" v="271" actId="478"/>
          <ac:spMkLst>
            <pc:docMk/>
            <pc:sldMk cId="3011502760" sldId="264"/>
            <ac:spMk id="7" creationId="{AAD7B1D1-C86D-597F-379E-98DBE28040F4}"/>
          </ac:spMkLst>
        </pc:spChg>
      </pc:sldChg>
      <pc:sldChg chg="modSp mod">
        <pc:chgData name="Alexandre Machado Leão Silva Cunha" userId="ad4c128f-6de8-4881-93a4-cb5291b9a5f4" providerId="ADAL" clId="{823E5FEE-2A38-E743-BCB7-9D005F87A497}" dt="2025-05-27T16:57:31.631" v="730" actId="20577"/>
        <pc:sldMkLst>
          <pc:docMk/>
          <pc:sldMk cId="3519057494" sldId="267"/>
        </pc:sldMkLst>
        <pc:spChg chg="mod">
          <ac:chgData name="Alexandre Machado Leão Silva Cunha" userId="ad4c128f-6de8-4881-93a4-cb5291b9a5f4" providerId="ADAL" clId="{823E5FEE-2A38-E743-BCB7-9D005F87A497}" dt="2025-05-27T16:52:38.322" v="725" actId="20577"/>
          <ac:spMkLst>
            <pc:docMk/>
            <pc:sldMk cId="3519057494" sldId="267"/>
            <ac:spMk id="4" creationId="{430D4D11-44B8-1F1C-233F-6BB0882EECE7}"/>
          </ac:spMkLst>
        </pc:spChg>
        <pc:spChg chg="mod">
          <ac:chgData name="Alexandre Machado Leão Silva Cunha" userId="ad4c128f-6de8-4881-93a4-cb5291b9a5f4" providerId="ADAL" clId="{823E5FEE-2A38-E743-BCB7-9D005F87A497}" dt="2025-05-27T16:57:31.631" v="730" actId="20577"/>
          <ac:spMkLst>
            <pc:docMk/>
            <pc:sldMk cId="3519057494" sldId="267"/>
            <ac:spMk id="5" creationId="{DA7AEAF9-7482-47E8-99C8-1A33671637FC}"/>
          </ac:spMkLst>
        </pc:spChg>
      </pc:sldChg>
      <pc:sldChg chg="addSp delSp modSp mod">
        <pc:chgData name="Alexandre Machado Leão Silva Cunha" userId="ad4c128f-6de8-4881-93a4-cb5291b9a5f4" providerId="ADAL" clId="{823E5FEE-2A38-E743-BCB7-9D005F87A497}" dt="2025-05-27T16:20:14.614" v="389" actId="1076"/>
        <pc:sldMkLst>
          <pc:docMk/>
          <pc:sldMk cId="2119028090" sldId="275"/>
        </pc:sldMkLst>
        <pc:spChg chg="add mod">
          <ac:chgData name="Alexandre Machado Leão Silva Cunha" userId="ad4c128f-6de8-4881-93a4-cb5291b9a5f4" providerId="ADAL" clId="{823E5FEE-2A38-E743-BCB7-9D005F87A497}" dt="2025-05-27T16:20:14.614" v="389" actId="1076"/>
          <ac:spMkLst>
            <pc:docMk/>
            <pc:sldMk cId="2119028090" sldId="275"/>
            <ac:spMk id="7" creationId="{43357A3C-16E5-E557-2E14-3BEF06A01E7B}"/>
          </ac:spMkLst>
        </pc:spChg>
        <pc:spChg chg="del">
          <ac:chgData name="Alexandre Machado Leão Silva Cunha" userId="ad4c128f-6de8-4881-93a4-cb5291b9a5f4" providerId="ADAL" clId="{823E5FEE-2A38-E743-BCB7-9D005F87A497}" dt="2025-05-27T16:18:05.072" v="283" actId="26606"/>
          <ac:spMkLst>
            <pc:docMk/>
            <pc:sldMk cId="2119028090" sldId="275"/>
            <ac:spMk id="14" creationId="{33E93247-6229-44AB-A550-739E971E690B}"/>
          </ac:spMkLst>
        </pc:spChg>
        <pc:spChg chg="del">
          <ac:chgData name="Alexandre Machado Leão Silva Cunha" userId="ad4c128f-6de8-4881-93a4-cb5291b9a5f4" providerId="ADAL" clId="{823E5FEE-2A38-E743-BCB7-9D005F87A497}" dt="2025-05-27T16:18:05.072" v="283" actId="26606"/>
          <ac:spMkLst>
            <pc:docMk/>
            <pc:sldMk cId="2119028090" sldId="275"/>
            <ac:spMk id="16" creationId="{612349FF-7742-42ED-ADF3-238B5DDD176C}"/>
          </ac:spMkLst>
        </pc:spChg>
        <pc:spChg chg="add">
          <ac:chgData name="Alexandre Machado Leão Silva Cunha" userId="ad4c128f-6de8-4881-93a4-cb5291b9a5f4" providerId="ADAL" clId="{823E5FEE-2A38-E743-BCB7-9D005F87A497}" dt="2025-05-27T16:18:05.072" v="283" actId="26606"/>
          <ac:spMkLst>
            <pc:docMk/>
            <pc:sldMk cId="2119028090" sldId="275"/>
            <ac:spMk id="25" creationId="{B9C0E6AB-EAB6-41E0-9D49-369643E873A7}"/>
          </ac:spMkLst>
        </pc:spChg>
        <pc:spChg chg="add">
          <ac:chgData name="Alexandre Machado Leão Silva Cunha" userId="ad4c128f-6de8-4881-93a4-cb5291b9a5f4" providerId="ADAL" clId="{823E5FEE-2A38-E743-BCB7-9D005F87A497}" dt="2025-05-27T16:18:05.072" v="283" actId="26606"/>
          <ac:spMkLst>
            <pc:docMk/>
            <pc:sldMk cId="2119028090" sldId="275"/>
            <ac:spMk id="27" creationId="{F78075BE-4130-4D6A-B0EB-6397ED5E5D97}"/>
          </ac:spMkLst>
        </pc:spChg>
        <pc:picChg chg="add del mod">
          <ac:chgData name="Alexandre Machado Leão Silva Cunha" userId="ad4c128f-6de8-4881-93a4-cb5291b9a5f4" providerId="ADAL" clId="{823E5FEE-2A38-E743-BCB7-9D005F87A497}" dt="2025-05-27T16:17:34.027" v="278" actId="478"/>
          <ac:picMkLst>
            <pc:docMk/>
            <pc:sldMk cId="2119028090" sldId="275"/>
            <ac:picMk id="3" creationId="{DC01E05A-BBDC-EB68-EF43-0E2CA373E0CD}"/>
          </ac:picMkLst>
        </pc:picChg>
        <pc:picChg chg="add mod">
          <ac:chgData name="Alexandre Machado Leão Silva Cunha" userId="ad4c128f-6de8-4881-93a4-cb5291b9a5f4" providerId="ADAL" clId="{823E5FEE-2A38-E743-BCB7-9D005F87A497}" dt="2025-05-27T16:18:38.717" v="288" actId="1076"/>
          <ac:picMkLst>
            <pc:docMk/>
            <pc:sldMk cId="2119028090" sldId="275"/>
            <ac:picMk id="5" creationId="{EE08B978-9CE5-78AD-0184-572DFFBBD126}"/>
          </ac:picMkLst>
        </pc:picChg>
        <pc:picChg chg="del">
          <ac:chgData name="Alexandre Machado Leão Silva Cunha" userId="ad4c128f-6de8-4881-93a4-cb5291b9a5f4" providerId="ADAL" clId="{823E5FEE-2A38-E743-BCB7-9D005F87A497}" dt="2025-05-27T16:17:25.963" v="273" actId="478"/>
          <ac:picMkLst>
            <pc:docMk/>
            <pc:sldMk cId="2119028090" sldId="275"/>
            <ac:picMk id="6" creationId="{6D680422-87F7-7239-49EC-7B9D9FA9974E}"/>
          </ac:picMkLst>
        </pc:picChg>
        <pc:cxnChg chg="del">
          <ac:chgData name="Alexandre Machado Leão Silva Cunha" userId="ad4c128f-6de8-4881-93a4-cb5291b9a5f4" providerId="ADAL" clId="{823E5FEE-2A38-E743-BCB7-9D005F87A497}" dt="2025-05-27T16:18:05.072" v="283" actId="26606"/>
          <ac:cxnSpMkLst>
            <pc:docMk/>
            <pc:sldMk cId="2119028090" sldId="275"/>
            <ac:cxnSpMk id="10" creationId="{F64F9B95-9045-48D2-B9F3-2927E98F54AA}"/>
          </ac:cxnSpMkLst>
        </pc:cxnChg>
        <pc:cxnChg chg="del">
          <ac:chgData name="Alexandre Machado Leão Silva Cunha" userId="ad4c128f-6de8-4881-93a4-cb5291b9a5f4" providerId="ADAL" clId="{823E5FEE-2A38-E743-BCB7-9D005F87A497}" dt="2025-05-27T16:18:05.072" v="283" actId="26606"/>
          <ac:cxnSpMkLst>
            <pc:docMk/>
            <pc:sldMk cId="2119028090" sldId="275"/>
            <ac:cxnSpMk id="12" creationId="{085AA86F-6A4D-4BCB-A045-D992CDC2959B}"/>
          </ac:cxnSpMkLst>
        </pc:cxnChg>
        <pc:cxnChg chg="add">
          <ac:chgData name="Alexandre Machado Leão Silva Cunha" userId="ad4c128f-6de8-4881-93a4-cb5291b9a5f4" providerId="ADAL" clId="{823E5FEE-2A38-E743-BCB7-9D005F87A497}" dt="2025-05-27T16:18:05.072" v="283" actId="26606"/>
          <ac:cxnSpMkLst>
            <pc:docMk/>
            <pc:sldMk cId="2119028090" sldId="275"/>
            <ac:cxnSpMk id="21" creationId="{F64F9B95-9045-48D2-B9F3-2927E98F54AA}"/>
          </ac:cxnSpMkLst>
        </pc:cxnChg>
        <pc:cxnChg chg="add">
          <ac:chgData name="Alexandre Machado Leão Silva Cunha" userId="ad4c128f-6de8-4881-93a4-cb5291b9a5f4" providerId="ADAL" clId="{823E5FEE-2A38-E743-BCB7-9D005F87A497}" dt="2025-05-27T16:18:05.072" v="283" actId="26606"/>
          <ac:cxnSpMkLst>
            <pc:docMk/>
            <pc:sldMk cId="2119028090" sldId="275"/>
            <ac:cxnSpMk id="23" creationId="{085AA86F-6A4D-4BCB-A045-D992CDC2959B}"/>
          </ac:cxnSpMkLst>
        </pc:cxnChg>
      </pc:sldChg>
      <pc:sldChg chg="delSp add del setBg delDesignElem">
        <pc:chgData name="Alexandre Machado Leão Silva Cunha" userId="ad4c128f-6de8-4881-93a4-cb5291b9a5f4" providerId="ADAL" clId="{823E5FEE-2A38-E743-BCB7-9D005F87A497}" dt="2025-05-27T16:19:29.500" v="377" actId="2696"/>
        <pc:sldMkLst>
          <pc:docMk/>
          <pc:sldMk cId="677696980" sldId="276"/>
        </pc:sldMkLst>
        <pc:spChg chg="del">
          <ac:chgData name="Alexandre Machado Leão Silva Cunha" userId="ad4c128f-6de8-4881-93a4-cb5291b9a5f4" providerId="ADAL" clId="{823E5FEE-2A38-E743-BCB7-9D005F87A497}" dt="2025-05-27T16:19:18.171" v="375"/>
          <ac:spMkLst>
            <pc:docMk/>
            <pc:sldMk cId="677696980" sldId="276"/>
            <ac:spMk id="25" creationId="{58647BC8-FEF0-93E5-FC2A-53FE5C511164}"/>
          </ac:spMkLst>
        </pc:spChg>
        <pc:spChg chg="del">
          <ac:chgData name="Alexandre Machado Leão Silva Cunha" userId="ad4c128f-6de8-4881-93a4-cb5291b9a5f4" providerId="ADAL" clId="{823E5FEE-2A38-E743-BCB7-9D005F87A497}" dt="2025-05-27T16:19:18.171" v="375"/>
          <ac:spMkLst>
            <pc:docMk/>
            <pc:sldMk cId="677696980" sldId="276"/>
            <ac:spMk id="27" creationId="{451CB707-ABF8-7A44-B69C-A7336B2ED96A}"/>
          </ac:spMkLst>
        </pc:spChg>
        <pc:cxnChg chg="del">
          <ac:chgData name="Alexandre Machado Leão Silva Cunha" userId="ad4c128f-6de8-4881-93a4-cb5291b9a5f4" providerId="ADAL" clId="{823E5FEE-2A38-E743-BCB7-9D005F87A497}" dt="2025-05-27T16:19:18.171" v="375"/>
          <ac:cxnSpMkLst>
            <pc:docMk/>
            <pc:sldMk cId="677696980" sldId="276"/>
            <ac:cxnSpMk id="21" creationId="{E9759D1E-FFC5-9E60-EFA3-C9F64D12946A}"/>
          </ac:cxnSpMkLst>
        </pc:cxnChg>
        <pc:cxnChg chg="del">
          <ac:chgData name="Alexandre Machado Leão Silva Cunha" userId="ad4c128f-6de8-4881-93a4-cb5291b9a5f4" providerId="ADAL" clId="{823E5FEE-2A38-E743-BCB7-9D005F87A497}" dt="2025-05-27T16:19:18.171" v="375"/>
          <ac:cxnSpMkLst>
            <pc:docMk/>
            <pc:sldMk cId="677696980" sldId="276"/>
            <ac:cxnSpMk id="23" creationId="{7E780EE8-9022-36FB-16E5-8829CFF51A9E}"/>
          </ac:cxnSpMkLst>
        </pc:cxnChg>
      </pc:sldChg>
      <pc:sldChg chg="addSp delSp modSp add mod">
        <pc:chgData name="Alexandre Machado Leão Silva Cunha" userId="ad4c128f-6de8-4881-93a4-cb5291b9a5f4" providerId="ADAL" clId="{823E5FEE-2A38-E743-BCB7-9D005F87A497}" dt="2025-05-27T16:20:17.224" v="390" actId="1076"/>
        <pc:sldMkLst>
          <pc:docMk/>
          <pc:sldMk cId="3024109442" sldId="277"/>
        </pc:sldMkLst>
        <pc:spChg chg="mod">
          <ac:chgData name="Alexandre Machado Leão Silva Cunha" userId="ad4c128f-6de8-4881-93a4-cb5291b9a5f4" providerId="ADAL" clId="{823E5FEE-2A38-E743-BCB7-9D005F87A497}" dt="2025-05-27T16:20:17.224" v="390" actId="1076"/>
          <ac:spMkLst>
            <pc:docMk/>
            <pc:sldMk cId="3024109442" sldId="277"/>
            <ac:spMk id="7" creationId="{AC7000DE-9C31-6332-8F22-C014D815A1EA}"/>
          </ac:spMkLst>
        </pc:spChg>
        <pc:picChg chg="add mod">
          <ac:chgData name="Alexandre Machado Leão Silva Cunha" userId="ad4c128f-6de8-4881-93a4-cb5291b9a5f4" providerId="ADAL" clId="{823E5FEE-2A38-E743-BCB7-9D005F87A497}" dt="2025-05-27T16:20:06.597" v="387" actId="1076"/>
          <ac:picMkLst>
            <pc:docMk/>
            <pc:sldMk cId="3024109442" sldId="277"/>
            <ac:picMk id="3" creationId="{F6F40D30-E91A-C38E-48CD-B4BB92338092}"/>
          </ac:picMkLst>
        </pc:picChg>
        <pc:picChg chg="del">
          <ac:chgData name="Alexandre Machado Leão Silva Cunha" userId="ad4c128f-6de8-4881-93a4-cb5291b9a5f4" providerId="ADAL" clId="{823E5FEE-2A38-E743-BCB7-9D005F87A497}" dt="2025-05-27T16:19:58.585" v="383" actId="478"/>
          <ac:picMkLst>
            <pc:docMk/>
            <pc:sldMk cId="3024109442" sldId="277"/>
            <ac:picMk id="5" creationId="{8E8A76CB-F2B0-FC0E-6FA8-F360DAB27DF4}"/>
          </ac:picMkLst>
        </pc:picChg>
      </pc:sldChg>
      <pc:sldChg chg="addSp delSp modSp add mod">
        <pc:chgData name="Alexandre Machado Leão Silva Cunha" userId="ad4c128f-6de8-4881-93a4-cb5291b9a5f4" providerId="ADAL" clId="{823E5FEE-2A38-E743-BCB7-9D005F87A497}" dt="2025-05-27T16:23:56.418" v="436" actId="20577"/>
        <pc:sldMkLst>
          <pc:docMk/>
          <pc:sldMk cId="1430137155" sldId="278"/>
        </pc:sldMkLst>
        <pc:spChg chg="mod">
          <ac:chgData name="Alexandre Machado Leão Silva Cunha" userId="ad4c128f-6de8-4881-93a4-cb5291b9a5f4" providerId="ADAL" clId="{823E5FEE-2A38-E743-BCB7-9D005F87A497}" dt="2025-05-27T16:23:56.418" v="436" actId="20577"/>
          <ac:spMkLst>
            <pc:docMk/>
            <pc:sldMk cId="1430137155" sldId="278"/>
            <ac:spMk id="7" creationId="{E2DBE4D5-3B65-FFA2-1027-10A1AC6C6577}"/>
          </ac:spMkLst>
        </pc:spChg>
        <pc:picChg chg="del">
          <ac:chgData name="Alexandre Machado Leão Silva Cunha" userId="ad4c128f-6de8-4881-93a4-cb5291b9a5f4" providerId="ADAL" clId="{823E5FEE-2A38-E743-BCB7-9D005F87A497}" dt="2025-05-27T16:22:10.153" v="396" actId="478"/>
          <ac:picMkLst>
            <pc:docMk/>
            <pc:sldMk cId="1430137155" sldId="278"/>
            <ac:picMk id="3" creationId="{580FBA82-B0F5-C43D-C88F-C7905C615377}"/>
          </ac:picMkLst>
        </pc:picChg>
        <pc:picChg chg="add del mod">
          <ac:chgData name="Alexandre Machado Leão Silva Cunha" userId="ad4c128f-6de8-4881-93a4-cb5291b9a5f4" providerId="ADAL" clId="{823E5FEE-2A38-E743-BCB7-9D005F87A497}" dt="2025-05-27T16:23:47.450" v="433" actId="478"/>
          <ac:picMkLst>
            <pc:docMk/>
            <pc:sldMk cId="1430137155" sldId="278"/>
            <ac:picMk id="4" creationId="{92F192C1-756F-E8D7-3EC4-FBF6C09572C3}"/>
          </ac:picMkLst>
        </pc:picChg>
        <pc:picChg chg="add mod">
          <ac:chgData name="Alexandre Machado Leão Silva Cunha" userId="ad4c128f-6de8-4881-93a4-cb5291b9a5f4" providerId="ADAL" clId="{823E5FEE-2A38-E743-BCB7-9D005F87A497}" dt="2025-05-27T16:23:52.564" v="435" actId="14100"/>
          <ac:picMkLst>
            <pc:docMk/>
            <pc:sldMk cId="1430137155" sldId="278"/>
            <ac:picMk id="6" creationId="{09CEE490-22CF-2180-2D38-9CDE87169A09}"/>
          </ac:picMkLst>
        </pc:picChg>
      </pc:sldChg>
      <pc:sldChg chg="addSp delSp modSp add mod">
        <pc:chgData name="Alexandre Machado Leão Silva Cunha" userId="ad4c128f-6de8-4881-93a4-cb5291b9a5f4" providerId="ADAL" clId="{823E5FEE-2A38-E743-BCB7-9D005F87A497}" dt="2025-05-27T16:28:04.594" v="472" actId="1076"/>
        <pc:sldMkLst>
          <pc:docMk/>
          <pc:sldMk cId="1338940703" sldId="279"/>
        </pc:sldMkLst>
        <pc:spChg chg="mod">
          <ac:chgData name="Alexandre Machado Leão Silva Cunha" userId="ad4c128f-6de8-4881-93a4-cb5291b9a5f4" providerId="ADAL" clId="{823E5FEE-2A38-E743-BCB7-9D005F87A497}" dt="2025-05-27T16:26:49.298" v="466" actId="20577"/>
          <ac:spMkLst>
            <pc:docMk/>
            <pc:sldMk cId="1338940703" sldId="279"/>
            <ac:spMk id="7" creationId="{C6752781-BB15-4D44-EE5C-ABA97E7C55E7}"/>
          </ac:spMkLst>
        </pc:spChg>
        <pc:picChg chg="add mod">
          <ac:chgData name="Alexandre Machado Leão Silva Cunha" userId="ad4c128f-6de8-4881-93a4-cb5291b9a5f4" providerId="ADAL" clId="{823E5FEE-2A38-E743-BCB7-9D005F87A497}" dt="2025-05-27T16:28:04.594" v="472" actId="1076"/>
          <ac:picMkLst>
            <pc:docMk/>
            <pc:sldMk cId="1338940703" sldId="279"/>
            <ac:picMk id="2" creationId="{DD66C847-2214-F725-E248-C79F60AE710E}"/>
          </ac:picMkLst>
        </pc:picChg>
        <pc:picChg chg="del">
          <ac:chgData name="Alexandre Machado Leão Silva Cunha" userId="ad4c128f-6de8-4881-93a4-cb5291b9a5f4" providerId="ADAL" clId="{823E5FEE-2A38-E743-BCB7-9D005F87A497}" dt="2025-05-27T16:25:49.807" v="438" actId="478"/>
          <ac:picMkLst>
            <pc:docMk/>
            <pc:sldMk cId="1338940703" sldId="279"/>
            <ac:picMk id="6" creationId="{286B105A-2125-1D03-4B48-1CDA890A4B71}"/>
          </ac:picMkLst>
        </pc:picChg>
      </pc:sldChg>
      <pc:sldChg chg="addSp delSp modSp add mod setBg delDesignElem">
        <pc:chgData name="Alexandre Machado Leão Silva Cunha" userId="ad4c128f-6de8-4881-93a4-cb5291b9a5f4" providerId="ADAL" clId="{823E5FEE-2A38-E743-BCB7-9D005F87A497}" dt="2025-05-27T16:44:41.628" v="680" actId="14100"/>
        <pc:sldMkLst>
          <pc:docMk/>
          <pc:sldMk cId="1621555963" sldId="280"/>
        </pc:sldMkLst>
        <pc:spChg chg="mod">
          <ac:chgData name="Alexandre Machado Leão Silva Cunha" userId="ad4c128f-6de8-4881-93a4-cb5291b9a5f4" providerId="ADAL" clId="{823E5FEE-2A38-E743-BCB7-9D005F87A497}" dt="2025-05-27T16:32:05.845" v="510" actId="1076"/>
          <ac:spMkLst>
            <pc:docMk/>
            <pc:sldMk cId="1621555963" sldId="280"/>
            <ac:spMk id="2" creationId="{AC616AEB-C46A-A202-319B-AB9DA7DA5FC1}"/>
          </ac:spMkLst>
        </pc:spChg>
        <pc:spChg chg="mod">
          <ac:chgData name="Alexandre Machado Leão Silva Cunha" userId="ad4c128f-6de8-4881-93a4-cb5291b9a5f4" providerId="ADAL" clId="{823E5FEE-2A38-E743-BCB7-9D005F87A497}" dt="2025-05-27T16:44:41.628" v="680" actId="14100"/>
          <ac:spMkLst>
            <pc:docMk/>
            <pc:sldMk cId="1621555963" sldId="280"/>
            <ac:spMk id="3" creationId="{B545EE53-1D39-B484-3534-EDB933BD3DFC}"/>
          </ac:spMkLst>
        </pc:spChg>
        <pc:spChg chg="add">
          <ac:chgData name="Alexandre Machado Leão Silva Cunha" userId="ad4c128f-6de8-4881-93a4-cb5291b9a5f4" providerId="ADAL" clId="{823E5FEE-2A38-E743-BCB7-9D005F87A497}" dt="2025-05-27T16:31:05.189" v="499" actId="26606"/>
          <ac:spMkLst>
            <pc:docMk/>
            <pc:sldMk cId="1621555963" sldId="280"/>
            <ac:spMk id="7" creationId="{E49D7415-2F11-44C2-B6AA-13A25B6814B9}"/>
          </ac:spMkLst>
        </pc:spChg>
        <pc:spChg chg="del">
          <ac:chgData name="Alexandre Machado Leão Silva Cunha" userId="ad4c128f-6de8-4881-93a4-cb5291b9a5f4" providerId="ADAL" clId="{823E5FEE-2A38-E743-BCB7-9D005F87A497}" dt="2025-05-27T16:30:13.017" v="474"/>
          <ac:spMkLst>
            <pc:docMk/>
            <pc:sldMk cId="1621555963" sldId="280"/>
            <ac:spMk id="8" creationId="{8A8DDCD4-7B26-570A-E790-7C4D60675679}"/>
          </ac:spMkLst>
        </pc:spChg>
        <pc:spChg chg="add del">
          <ac:chgData name="Alexandre Machado Leão Silva Cunha" userId="ad4c128f-6de8-4881-93a4-cb5291b9a5f4" providerId="ADAL" clId="{823E5FEE-2A38-E743-BCB7-9D005F87A497}" dt="2025-05-27T16:30:57.456" v="498" actId="26606"/>
          <ac:spMkLst>
            <pc:docMk/>
            <pc:sldMk cId="1621555963" sldId="280"/>
            <ac:spMk id="10" creationId="{E49D7415-2F11-44C2-B6AA-13A25B6814B9}"/>
          </ac:spMkLst>
        </pc:spChg>
        <pc:picChg chg="add mod">
          <ac:chgData name="Alexandre Machado Leão Silva Cunha" userId="ad4c128f-6de8-4881-93a4-cb5291b9a5f4" providerId="ADAL" clId="{823E5FEE-2A38-E743-BCB7-9D005F87A497}" dt="2025-05-27T16:31:05.189" v="499" actId="26606"/>
          <ac:picMkLst>
            <pc:docMk/>
            <pc:sldMk cId="1621555963" sldId="280"/>
            <ac:picMk id="5" creationId="{995A9150-1FF2-5D5B-FD67-1C4779CFD92B}"/>
          </ac:picMkLst>
        </pc:picChg>
        <pc:cxnChg chg="del">
          <ac:chgData name="Alexandre Machado Leão Silva Cunha" userId="ad4c128f-6de8-4881-93a4-cb5291b9a5f4" providerId="ADAL" clId="{823E5FEE-2A38-E743-BCB7-9D005F87A497}" dt="2025-05-27T16:30:13.017" v="474"/>
          <ac:cxnSpMkLst>
            <pc:docMk/>
            <pc:sldMk cId="1621555963" sldId="280"/>
            <ac:cxnSpMk id="6" creationId="{4628BDB0-1AF0-08A5-55C8-93ED12C51B7E}"/>
          </ac:cxnSpMkLst>
        </pc:cxnChg>
        <pc:cxnChg chg="add">
          <ac:chgData name="Alexandre Machado Leão Silva Cunha" userId="ad4c128f-6de8-4881-93a4-cb5291b9a5f4" providerId="ADAL" clId="{823E5FEE-2A38-E743-BCB7-9D005F87A497}" dt="2025-05-27T16:31:05.189" v="499" actId="26606"/>
          <ac:cxnSpMkLst>
            <pc:docMk/>
            <pc:sldMk cId="1621555963" sldId="280"/>
            <ac:cxnSpMk id="9" creationId="{A7C10D4C-8DED-200E-3237-3345F3F2A188}"/>
          </ac:cxnSpMkLst>
        </pc:cxnChg>
        <pc:cxnChg chg="add">
          <ac:chgData name="Alexandre Machado Leão Silva Cunha" userId="ad4c128f-6de8-4881-93a4-cb5291b9a5f4" providerId="ADAL" clId="{823E5FEE-2A38-E743-BCB7-9D005F87A497}" dt="2025-05-27T16:31:05.189" v="499" actId="26606"/>
          <ac:cxnSpMkLst>
            <pc:docMk/>
            <pc:sldMk cId="1621555963" sldId="280"/>
            <ac:cxnSpMk id="11" creationId="{E8F7F80F-9EDD-0EEA-B6D7-E116EBA4FAD2}"/>
          </ac:cxnSpMkLst>
        </pc:cxnChg>
        <pc:cxnChg chg="add del">
          <ac:chgData name="Alexandre Machado Leão Silva Cunha" userId="ad4c128f-6de8-4881-93a4-cb5291b9a5f4" providerId="ADAL" clId="{823E5FEE-2A38-E743-BCB7-9D005F87A497}" dt="2025-05-27T16:30:57.456" v="498" actId="26606"/>
          <ac:cxnSpMkLst>
            <pc:docMk/>
            <pc:sldMk cId="1621555963" sldId="280"/>
            <ac:cxnSpMk id="12" creationId="{A7C10D4C-8DED-200E-3237-3345F3F2A188}"/>
          </ac:cxnSpMkLst>
        </pc:cxnChg>
        <pc:cxnChg chg="add del">
          <ac:chgData name="Alexandre Machado Leão Silva Cunha" userId="ad4c128f-6de8-4881-93a4-cb5291b9a5f4" providerId="ADAL" clId="{823E5FEE-2A38-E743-BCB7-9D005F87A497}" dt="2025-05-27T16:30:57.456" v="498" actId="26606"/>
          <ac:cxnSpMkLst>
            <pc:docMk/>
            <pc:sldMk cId="1621555963" sldId="280"/>
            <ac:cxnSpMk id="14" creationId="{E8F7F80F-9EDD-0EEA-B6D7-E116EBA4FAD2}"/>
          </ac:cxnSpMkLst>
        </pc:cxnChg>
      </pc:sldChg>
      <pc:sldChg chg="delSp modSp add mod setBg delDesignElem">
        <pc:chgData name="Alexandre Machado Leão Silva Cunha" userId="ad4c128f-6de8-4881-93a4-cb5291b9a5f4" providerId="ADAL" clId="{823E5FEE-2A38-E743-BCB7-9D005F87A497}" dt="2025-05-27T16:45:47.132" v="681" actId="20577"/>
        <pc:sldMkLst>
          <pc:docMk/>
          <pc:sldMk cId="3195905994" sldId="281"/>
        </pc:sldMkLst>
        <pc:spChg chg="mod">
          <ac:chgData name="Alexandre Machado Leão Silva Cunha" userId="ad4c128f-6de8-4881-93a4-cb5291b9a5f4" providerId="ADAL" clId="{823E5FEE-2A38-E743-BCB7-9D005F87A497}" dt="2025-05-27T16:35:44.682" v="555" actId="404"/>
          <ac:spMkLst>
            <pc:docMk/>
            <pc:sldMk cId="3195905994" sldId="281"/>
            <ac:spMk id="2" creationId="{309822F2-62D5-0288-5736-1227AE8E9283}"/>
          </ac:spMkLst>
        </pc:spChg>
        <pc:spChg chg="mod">
          <ac:chgData name="Alexandre Machado Leão Silva Cunha" userId="ad4c128f-6de8-4881-93a4-cb5291b9a5f4" providerId="ADAL" clId="{823E5FEE-2A38-E743-BCB7-9D005F87A497}" dt="2025-05-27T16:45:47.132" v="681" actId="20577"/>
          <ac:spMkLst>
            <pc:docMk/>
            <pc:sldMk cId="3195905994" sldId="281"/>
            <ac:spMk id="3" creationId="{F577E148-B29D-3F6D-083C-A1EEF3809699}"/>
          </ac:spMkLst>
        </pc:spChg>
        <pc:spChg chg="del">
          <ac:chgData name="Alexandre Machado Leão Silva Cunha" userId="ad4c128f-6de8-4881-93a4-cb5291b9a5f4" providerId="ADAL" clId="{823E5FEE-2A38-E743-BCB7-9D005F87A497}" dt="2025-05-27T16:35:06.449" v="548"/>
          <ac:spMkLst>
            <pc:docMk/>
            <pc:sldMk cId="3195905994" sldId="281"/>
            <ac:spMk id="8" creationId="{5639D613-2644-8A54-A046-287BEDFDD60D}"/>
          </ac:spMkLst>
        </pc:spChg>
        <pc:cxnChg chg="del">
          <ac:chgData name="Alexandre Machado Leão Silva Cunha" userId="ad4c128f-6de8-4881-93a4-cb5291b9a5f4" providerId="ADAL" clId="{823E5FEE-2A38-E743-BCB7-9D005F87A497}" dt="2025-05-27T16:35:06.449" v="548"/>
          <ac:cxnSpMkLst>
            <pc:docMk/>
            <pc:sldMk cId="3195905994" sldId="281"/>
            <ac:cxnSpMk id="6" creationId="{7809C4D3-6731-E60D-D630-29DFC7E08930}"/>
          </ac:cxnSpMkLst>
        </pc:cxnChg>
      </pc:sldChg>
      <pc:sldChg chg="addSp modSp add mod">
        <pc:chgData name="Alexandre Machado Leão Silva Cunha" userId="ad4c128f-6de8-4881-93a4-cb5291b9a5f4" providerId="ADAL" clId="{823E5FEE-2A38-E743-BCB7-9D005F87A497}" dt="2025-05-27T16:52:09.299" v="724" actId="1076"/>
        <pc:sldMkLst>
          <pc:docMk/>
          <pc:sldMk cId="1255156761" sldId="282"/>
        </pc:sldMkLst>
        <pc:spChg chg="mod">
          <ac:chgData name="Alexandre Machado Leão Silva Cunha" userId="ad4c128f-6de8-4881-93a4-cb5291b9a5f4" providerId="ADAL" clId="{823E5FEE-2A38-E743-BCB7-9D005F87A497}" dt="2025-05-27T16:39:33.873" v="601"/>
          <ac:spMkLst>
            <pc:docMk/>
            <pc:sldMk cId="1255156761" sldId="282"/>
            <ac:spMk id="2" creationId="{D1B43744-1BA3-6AD0-11CA-A104DDA603E6}"/>
          </ac:spMkLst>
        </pc:spChg>
        <pc:spChg chg="mod">
          <ac:chgData name="Alexandre Machado Leão Silva Cunha" userId="ad4c128f-6de8-4881-93a4-cb5291b9a5f4" providerId="ADAL" clId="{823E5FEE-2A38-E743-BCB7-9D005F87A497}" dt="2025-05-27T16:47:57.314" v="685" actId="27636"/>
          <ac:spMkLst>
            <pc:docMk/>
            <pc:sldMk cId="1255156761" sldId="282"/>
            <ac:spMk id="3" creationId="{EBD885B4-4DCE-B010-0032-C994C38DF40C}"/>
          </ac:spMkLst>
        </pc:spChg>
        <pc:spChg chg="add mod">
          <ac:chgData name="Alexandre Machado Leão Silva Cunha" userId="ad4c128f-6de8-4881-93a4-cb5291b9a5f4" providerId="ADAL" clId="{823E5FEE-2A38-E743-BCB7-9D005F87A497}" dt="2025-05-27T16:52:09.299" v="724" actId="1076"/>
          <ac:spMkLst>
            <pc:docMk/>
            <pc:sldMk cId="1255156761" sldId="282"/>
            <ac:spMk id="4" creationId="{4837008E-9D91-46AC-82C3-60FD5CB6D545}"/>
          </ac:spMkLst>
        </pc:spChg>
        <pc:spChg chg="add mod">
          <ac:chgData name="Alexandre Machado Leão Silva Cunha" userId="ad4c128f-6de8-4881-93a4-cb5291b9a5f4" providerId="ADAL" clId="{823E5FEE-2A38-E743-BCB7-9D005F87A497}" dt="2025-05-27T16:52:09.299" v="724" actId="1076"/>
          <ac:spMkLst>
            <pc:docMk/>
            <pc:sldMk cId="1255156761" sldId="282"/>
            <ac:spMk id="5" creationId="{08089E1F-C9A0-213E-17D9-112D73A76E65}"/>
          </ac:spMkLst>
        </pc:spChg>
      </pc:sldChg>
      <pc:sldChg chg="modSp add mod">
        <pc:chgData name="Alexandre Machado Leão Silva Cunha" userId="ad4c128f-6de8-4881-93a4-cb5291b9a5f4" providerId="ADAL" clId="{823E5FEE-2A38-E743-BCB7-9D005F87A497}" dt="2025-05-27T16:41:13.509" v="624" actId="15"/>
        <pc:sldMkLst>
          <pc:docMk/>
          <pc:sldMk cId="3578419194" sldId="283"/>
        </pc:sldMkLst>
        <pc:spChg chg="mod">
          <ac:chgData name="Alexandre Machado Leão Silva Cunha" userId="ad4c128f-6de8-4881-93a4-cb5291b9a5f4" providerId="ADAL" clId="{823E5FEE-2A38-E743-BCB7-9D005F87A497}" dt="2025-05-27T16:40:45.252" v="616"/>
          <ac:spMkLst>
            <pc:docMk/>
            <pc:sldMk cId="3578419194" sldId="283"/>
            <ac:spMk id="2" creationId="{4733238F-0514-BC88-2DB5-ABAA9A9F74B5}"/>
          </ac:spMkLst>
        </pc:spChg>
        <pc:spChg chg="mod">
          <ac:chgData name="Alexandre Machado Leão Silva Cunha" userId="ad4c128f-6de8-4881-93a4-cb5291b9a5f4" providerId="ADAL" clId="{823E5FEE-2A38-E743-BCB7-9D005F87A497}" dt="2025-05-27T16:41:13.509" v="624" actId="15"/>
          <ac:spMkLst>
            <pc:docMk/>
            <pc:sldMk cId="3578419194" sldId="283"/>
            <ac:spMk id="3" creationId="{EE54D94F-6097-FE87-5EFD-B5D5CFCEA2EE}"/>
          </ac:spMkLst>
        </pc:spChg>
      </pc:sldChg>
      <pc:sldChg chg="modSp add mod">
        <pc:chgData name="Alexandre Machado Leão Silva Cunha" userId="ad4c128f-6de8-4881-93a4-cb5291b9a5f4" providerId="ADAL" clId="{823E5FEE-2A38-E743-BCB7-9D005F87A497}" dt="2025-05-27T16:43:30.450" v="655" actId="20577"/>
        <pc:sldMkLst>
          <pc:docMk/>
          <pc:sldMk cId="850166084" sldId="284"/>
        </pc:sldMkLst>
        <pc:spChg chg="mod">
          <ac:chgData name="Alexandre Machado Leão Silva Cunha" userId="ad4c128f-6de8-4881-93a4-cb5291b9a5f4" providerId="ADAL" clId="{823E5FEE-2A38-E743-BCB7-9D005F87A497}" dt="2025-05-27T16:43:30.450" v="655" actId="20577"/>
          <ac:spMkLst>
            <pc:docMk/>
            <pc:sldMk cId="850166084" sldId="284"/>
            <ac:spMk id="2" creationId="{9A312554-A48C-2D78-80A8-D76E27C1BE7F}"/>
          </ac:spMkLst>
        </pc:spChg>
        <pc:spChg chg="mod">
          <ac:chgData name="Alexandre Machado Leão Silva Cunha" userId="ad4c128f-6de8-4881-93a4-cb5291b9a5f4" providerId="ADAL" clId="{823E5FEE-2A38-E743-BCB7-9D005F87A497}" dt="2025-05-27T16:42:56.586" v="633" actId="15"/>
          <ac:spMkLst>
            <pc:docMk/>
            <pc:sldMk cId="850166084" sldId="284"/>
            <ac:spMk id="3" creationId="{B04879F7-148B-29FC-405B-37A1814BBDCA}"/>
          </ac:spMkLst>
        </pc:spChg>
      </pc:sldChg>
      <pc:sldChg chg="modSp add del mod">
        <pc:chgData name="Alexandre Machado Leão Silva Cunha" userId="ad4c128f-6de8-4881-93a4-cb5291b9a5f4" providerId="ADAL" clId="{823E5FEE-2A38-E743-BCB7-9D005F87A497}" dt="2025-05-27T16:57:17.977" v="726" actId="2696"/>
        <pc:sldMkLst>
          <pc:docMk/>
          <pc:sldMk cId="2126313990" sldId="285"/>
        </pc:sldMkLst>
        <pc:spChg chg="mod">
          <ac:chgData name="Alexandre Machado Leão Silva Cunha" userId="ad4c128f-6de8-4881-93a4-cb5291b9a5f4" providerId="ADAL" clId="{823E5FEE-2A38-E743-BCB7-9D005F87A497}" dt="2025-05-27T16:44:11.708" v="668" actId="20577"/>
          <ac:spMkLst>
            <pc:docMk/>
            <pc:sldMk cId="2126313990" sldId="285"/>
            <ac:spMk id="2" creationId="{350893E6-C452-6EBD-6658-9EF3CA16877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CFC7A-3283-44F4-A413-AB331238B6A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8B15ED-E0EA-4083-9D12-4FCB6456B105}">
      <dgm:prSet/>
      <dgm:spPr/>
      <dgm:t>
        <a:bodyPr/>
        <a:lstStyle/>
        <a:p>
          <a:pPr algn="just"/>
          <a:r>
            <a:rPr lang="en-US" b="1"/>
            <a:t>Human Error</a:t>
          </a:r>
          <a:r>
            <a:rPr lang="en-US"/>
            <a:t>: Manual deployment and configuration increases the risk of mistakes, such as incorrect environment settings or misconfigured services.</a:t>
          </a:r>
        </a:p>
      </dgm:t>
    </dgm:pt>
    <dgm:pt modelId="{67FE2113-5F97-4BA3-A1D6-E65664595626}" type="parTrans" cxnId="{083C86FC-F5ED-49BC-A792-028E727F2077}">
      <dgm:prSet/>
      <dgm:spPr/>
      <dgm:t>
        <a:bodyPr/>
        <a:lstStyle/>
        <a:p>
          <a:endParaRPr lang="en-US"/>
        </a:p>
      </dgm:t>
    </dgm:pt>
    <dgm:pt modelId="{3FEB6DBA-72E9-429B-82D7-0ADABA192E12}" type="sibTrans" cxnId="{083C86FC-F5ED-49BC-A792-028E727F2077}">
      <dgm:prSet/>
      <dgm:spPr/>
      <dgm:t>
        <a:bodyPr/>
        <a:lstStyle/>
        <a:p>
          <a:endParaRPr lang="en-US"/>
        </a:p>
      </dgm:t>
    </dgm:pt>
    <dgm:pt modelId="{46053FE0-0688-4EAD-BD11-74508BAF4731}">
      <dgm:prSet/>
      <dgm:spPr/>
      <dgm:t>
        <a:bodyPr/>
        <a:lstStyle/>
        <a:p>
          <a:pPr algn="just"/>
          <a:r>
            <a:rPr lang="en-US" b="1"/>
            <a:t>Deployment Inconsistency</a:t>
          </a:r>
          <a:r>
            <a:rPr lang="en-US"/>
            <a:t>: Without automation, it’s hard to guarantee that each deployment is identical, leading to unpredictable bugs and behavior.</a:t>
          </a:r>
        </a:p>
      </dgm:t>
    </dgm:pt>
    <dgm:pt modelId="{7FD509F6-EFEF-45A8-AEA1-C183447C6EE3}" type="parTrans" cxnId="{C6E2F667-E43E-4A23-91AD-BF5DB45365AD}">
      <dgm:prSet/>
      <dgm:spPr/>
      <dgm:t>
        <a:bodyPr/>
        <a:lstStyle/>
        <a:p>
          <a:endParaRPr lang="en-US"/>
        </a:p>
      </dgm:t>
    </dgm:pt>
    <dgm:pt modelId="{9AE4F9D2-3E4C-4215-8DDE-BF6D06ADA99E}" type="sibTrans" cxnId="{C6E2F667-E43E-4A23-91AD-BF5DB45365AD}">
      <dgm:prSet/>
      <dgm:spPr/>
      <dgm:t>
        <a:bodyPr/>
        <a:lstStyle/>
        <a:p>
          <a:endParaRPr lang="en-US"/>
        </a:p>
      </dgm:t>
    </dgm:pt>
    <dgm:pt modelId="{7CCCE312-05E8-45FF-B521-F77A81A92E87}">
      <dgm:prSet/>
      <dgm:spPr/>
      <dgm:t>
        <a:bodyPr/>
        <a:lstStyle/>
        <a:p>
          <a:pPr algn="just"/>
          <a:r>
            <a:rPr lang="en-US" b="1"/>
            <a:t>Downtime During Updates</a:t>
          </a:r>
          <a:r>
            <a:rPr lang="en-US"/>
            <a:t>: Manual changes to services like nginx can cause temporary service outages or downtime during reloads.</a:t>
          </a:r>
        </a:p>
      </dgm:t>
    </dgm:pt>
    <dgm:pt modelId="{9FA1FF99-0D74-4AFB-9F66-7C0E18306578}" type="parTrans" cxnId="{C833E6F8-5976-4A63-B62D-251E22900843}">
      <dgm:prSet/>
      <dgm:spPr/>
      <dgm:t>
        <a:bodyPr/>
        <a:lstStyle/>
        <a:p>
          <a:endParaRPr lang="en-US"/>
        </a:p>
      </dgm:t>
    </dgm:pt>
    <dgm:pt modelId="{35F790F8-0856-48BE-B880-FCDAF37BDD52}" type="sibTrans" cxnId="{C833E6F8-5976-4A63-B62D-251E22900843}">
      <dgm:prSet/>
      <dgm:spPr/>
      <dgm:t>
        <a:bodyPr/>
        <a:lstStyle/>
        <a:p>
          <a:endParaRPr lang="en-US"/>
        </a:p>
      </dgm:t>
    </dgm:pt>
    <dgm:pt modelId="{890AF8E5-0BDA-4E90-8454-32654F8970B1}">
      <dgm:prSet/>
      <dgm:spPr/>
      <dgm:t>
        <a:bodyPr/>
        <a:lstStyle/>
        <a:p>
          <a:pPr algn="just"/>
          <a:r>
            <a:rPr lang="en-US" b="1"/>
            <a:t>Compatibility Issues</a:t>
          </a:r>
          <a:r>
            <a:rPr lang="en-US"/>
            <a:t>: Integrating new services (e.g., tusd) without structured workflows may introduce version conflicts or misalignments.</a:t>
          </a:r>
        </a:p>
      </dgm:t>
    </dgm:pt>
    <dgm:pt modelId="{A3692CD7-4903-4BFC-96DE-E105FABCFD0B}" type="parTrans" cxnId="{B57DCA3A-BFA9-4B93-9DBC-DB9447300C7D}">
      <dgm:prSet/>
      <dgm:spPr/>
      <dgm:t>
        <a:bodyPr/>
        <a:lstStyle/>
        <a:p>
          <a:endParaRPr lang="en-US"/>
        </a:p>
      </dgm:t>
    </dgm:pt>
    <dgm:pt modelId="{19A13F19-E6D3-4D35-8915-138DFA129D1A}" type="sibTrans" cxnId="{B57DCA3A-BFA9-4B93-9DBC-DB9447300C7D}">
      <dgm:prSet/>
      <dgm:spPr/>
      <dgm:t>
        <a:bodyPr/>
        <a:lstStyle/>
        <a:p>
          <a:endParaRPr lang="en-US"/>
        </a:p>
      </dgm:t>
    </dgm:pt>
    <dgm:pt modelId="{07554A1A-84C4-D446-A664-C6166D31742F}" type="pres">
      <dgm:prSet presAssocID="{14ECFC7A-3283-44F4-A413-AB331238B6A0}" presName="vert0" presStyleCnt="0">
        <dgm:presLayoutVars>
          <dgm:dir/>
          <dgm:animOne val="branch"/>
          <dgm:animLvl val="lvl"/>
        </dgm:presLayoutVars>
      </dgm:prSet>
      <dgm:spPr/>
    </dgm:pt>
    <dgm:pt modelId="{C6734919-4E27-A049-8590-1F7A97884EAE}" type="pres">
      <dgm:prSet presAssocID="{E78B15ED-E0EA-4083-9D12-4FCB6456B105}" presName="thickLine" presStyleLbl="alignNode1" presStyleIdx="0" presStyleCnt="4"/>
      <dgm:spPr/>
    </dgm:pt>
    <dgm:pt modelId="{BED85571-CA0A-4E42-BFA3-3CBD1C6A2B54}" type="pres">
      <dgm:prSet presAssocID="{E78B15ED-E0EA-4083-9D12-4FCB6456B105}" presName="horz1" presStyleCnt="0"/>
      <dgm:spPr/>
    </dgm:pt>
    <dgm:pt modelId="{F9BB9A6C-F47D-C041-88D1-331A0D9DE1F5}" type="pres">
      <dgm:prSet presAssocID="{E78B15ED-E0EA-4083-9D12-4FCB6456B105}" presName="tx1" presStyleLbl="revTx" presStyleIdx="0" presStyleCnt="4"/>
      <dgm:spPr/>
    </dgm:pt>
    <dgm:pt modelId="{81932902-57C1-8B44-B90E-EA77D14B8329}" type="pres">
      <dgm:prSet presAssocID="{E78B15ED-E0EA-4083-9D12-4FCB6456B105}" presName="vert1" presStyleCnt="0"/>
      <dgm:spPr/>
    </dgm:pt>
    <dgm:pt modelId="{A6AF4FCA-D978-064C-8CC5-16DA4266E73B}" type="pres">
      <dgm:prSet presAssocID="{46053FE0-0688-4EAD-BD11-74508BAF4731}" presName="thickLine" presStyleLbl="alignNode1" presStyleIdx="1" presStyleCnt="4"/>
      <dgm:spPr/>
    </dgm:pt>
    <dgm:pt modelId="{7CC38ABD-5D59-3644-9BC7-F885E3E84EBE}" type="pres">
      <dgm:prSet presAssocID="{46053FE0-0688-4EAD-BD11-74508BAF4731}" presName="horz1" presStyleCnt="0"/>
      <dgm:spPr/>
    </dgm:pt>
    <dgm:pt modelId="{D2920327-45DB-CE4E-BAA8-9215CBC37298}" type="pres">
      <dgm:prSet presAssocID="{46053FE0-0688-4EAD-BD11-74508BAF4731}" presName="tx1" presStyleLbl="revTx" presStyleIdx="1" presStyleCnt="4"/>
      <dgm:spPr/>
    </dgm:pt>
    <dgm:pt modelId="{B98E25E6-DAA8-FB4F-A263-5EBBC3E532B2}" type="pres">
      <dgm:prSet presAssocID="{46053FE0-0688-4EAD-BD11-74508BAF4731}" presName="vert1" presStyleCnt="0"/>
      <dgm:spPr/>
    </dgm:pt>
    <dgm:pt modelId="{B9654A4B-56C5-0344-BAF8-32B3B1CA8283}" type="pres">
      <dgm:prSet presAssocID="{7CCCE312-05E8-45FF-B521-F77A81A92E87}" presName="thickLine" presStyleLbl="alignNode1" presStyleIdx="2" presStyleCnt="4"/>
      <dgm:spPr/>
    </dgm:pt>
    <dgm:pt modelId="{D945E840-F2B4-9E48-B0E1-F0EFD850136F}" type="pres">
      <dgm:prSet presAssocID="{7CCCE312-05E8-45FF-B521-F77A81A92E87}" presName="horz1" presStyleCnt="0"/>
      <dgm:spPr/>
    </dgm:pt>
    <dgm:pt modelId="{526CB91A-CA7F-184C-B66A-21D0192865EB}" type="pres">
      <dgm:prSet presAssocID="{7CCCE312-05E8-45FF-B521-F77A81A92E87}" presName="tx1" presStyleLbl="revTx" presStyleIdx="2" presStyleCnt="4"/>
      <dgm:spPr/>
    </dgm:pt>
    <dgm:pt modelId="{3A246AA3-B14A-D147-9616-012C2E4949CD}" type="pres">
      <dgm:prSet presAssocID="{7CCCE312-05E8-45FF-B521-F77A81A92E87}" presName="vert1" presStyleCnt="0"/>
      <dgm:spPr/>
    </dgm:pt>
    <dgm:pt modelId="{95CFB330-D77A-9F4A-B362-4481055672A3}" type="pres">
      <dgm:prSet presAssocID="{890AF8E5-0BDA-4E90-8454-32654F8970B1}" presName="thickLine" presStyleLbl="alignNode1" presStyleIdx="3" presStyleCnt="4"/>
      <dgm:spPr/>
    </dgm:pt>
    <dgm:pt modelId="{A03DBBEE-4671-0A48-8D37-60055F35C637}" type="pres">
      <dgm:prSet presAssocID="{890AF8E5-0BDA-4E90-8454-32654F8970B1}" presName="horz1" presStyleCnt="0"/>
      <dgm:spPr/>
    </dgm:pt>
    <dgm:pt modelId="{52948DAE-FAC9-C14E-8F9A-E3D16577DCF6}" type="pres">
      <dgm:prSet presAssocID="{890AF8E5-0BDA-4E90-8454-32654F8970B1}" presName="tx1" presStyleLbl="revTx" presStyleIdx="3" presStyleCnt="4"/>
      <dgm:spPr/>
    </dgm:pt>
    <dgm:pt modelId="{0E674CF7-C7EA-4744-8B43-F59F435BEC97}" type="pres">
      <dgm:prSet presAssocID="{890AF8E5-0BDA-4E90-8454-32654F8970B1}" presName="vert1" presStyleCnt="0"/>
      <dgm:spPr/>
    </dgm:pt>
  </dgm:ptLst>
  <dgm:cxnLst>
    <dgm:cxn modelId="{B57DCA3A-BFA9-4B93-9DBC-DB9447300C7D}" srcId="{14ECFC7A-3283-44F4-A413-AB331238B6A0}" destId="{890AF8E5-0BDA-4E90-8454-32654F8970B1}" srcOrd="3" destOrd="0" parTransId="{A3692CD7-4903-4BFC-96DE-E105FABCFD0B}" sibTransId="{19A13F19-E6D3-4D35-8915-138DFA129D1A}"/>
    <dgm:cxn modelId="{96A4FD3A-85D3-D94A-8EEA-6ED8B1E3B829}" type="presOf" srcId="{46053FE0-0688-4EAD-BD11-74508BAF4731}" destId="{D2920327-45DB-CE4E-BAA8-9215CBC37298}" srcOrd="0" destOrd="0" presId="urn:microsoft.com/office/officeart/2008/layout/LinedList"/>
    <dgm:cxn modelId="{C6E2F667-E43E-4A23-91AD-BF5DB45365AD}" srcId="{14ECFC7A-3283-44F4-A413-AB331238B6A0}" destId="{46053FE0-0688-4EAD-BD11-74508BAF4731}" srcOrd="1" destOrd="0" parTransId="{7FD509F6-EFEF-45A8-AEA1-C183447C6EE3}" sibTransId="{9AE4F9D2-3E4C-4215-8DDE-BF6D06ADA99E}"/>
    <dgm:cxn modelId="{29F8C26C-8523-3E40-9279-B07E1493B06C}" type="presOf" srcId="{7CCCE312-05E8-45FF-B521-F77A81A92E87}" destId="{526CB91A-CA7F-184C-B66A-21D0192865EB}" srcOrd="0" destOrd="0" presId="urn:microsoft.com/office/officeart/2008/layout/LinedList"/>
    <dgm:cxn modelId="{94E91CC0-A5B7-8E49-B6EA-507904E00BB4}" type="presOf" srcId="{14ECFC7A-3283-44F4-A413-AB331238B6A0}" destId="{07554A1A-84C4-D446-A664-C6166D31742F}" srcOrd="0" destOrd="0" presId="urn:microsoft.com/office/officeart/2008/layout/LinedList"/>
    <dgm:cxn modelId="{02F233DC-DFB3-684C-87F6-57CEAC47307C}" type="presOf" srcId="{890AF8E5-0BDA-4E90-8454-32654F8970B1}" destId="{52948DAE-FAC9-C14E-8F9A-E3D16577DCF6}" srcOrd="0" destOrd="0" presId="urn:microsoft.com/office/officeart/2008/layout/LinedList"/>
    <dgm:cxn modelId="{C833E6F8-5976-4A63-B62D-251E22900843}" srcId="{14ECFC7A-3283-44F4-A413-AB331238B6A0}" destId="{7CCCE312-05E8-45FF-B521-F77A81A92E87}" srcOrd="2" destOrd="0" parTransId="{9FA1FF99-0D74-4AFB-9F66-7C0E18306578}" sibTransId="{35F790F8-0856-48BE-B880-FCDAF37BDD52}"/>
    <dgm:cxn modelId="{083C86FC-F5ED-49BC-A792-028E727F2077}" srcId="{14ECFC7A-3283-44F4-A413-AB331238B6A0}" destId="{E78B15ED-E0EA-4083-9D12-4FCB6456B105}" srcOrd="0" destOrd="0" parTransId="{67FE2113-5F97-4BA3-A1D6-E65664595626}" sibTransId="{3FEB6DBA-72E9-429B-82D7-0ADABA192E12}"/>
    <dgm:cxn modelId="{0DE9D6FD-A09C-9B46-A4A4-D908F41DB583}" type="presOf" srcId="{E78B15ED-E0EA-4083-9D12-4FCB6456B105}" destId="{F9BB9A6C-F47D-C041-88D1-331A0D9DE1F5}" srcOrd="0" destOrd="0" presId="urn:microsoft.com/office/officeart/2008/layout/LinedList"/>
    <dgm:cxn modelId="{46B6BF70-8E31-C449-A932-DFBE103DC16C}" type="presParOf" srcId="{07554A1A-84C4-D446-A664-C6166D31742F}" destId="{C6734919-4E27-A049-8590-1F7A97884EAE}" srcOrd="0" destOrd="0" presId="urn:microsoft.com/office/officeart/2008/layout/LinedList"/>
    <dgm:cxn modelId="{F191C1C4-DA44-9B4A-9024-1ACC46922732}" type="presParOf" srcId="{07554A1A-84C4-D446-A664-C6166D31742F}" destId="{BED85571-CA0A-4E42-BFA3-3CBD1C6A2B54}" srcOrd="1" destOrd="0" presId="urn:microsoft.com/office/officeart/2008/layout/LinedList"/>
    <dgm:cxn modelId="{CADF2066-C5DC-2F47-B141-EB0CB6C581EF}" type="presParOf" srcId="{BED85571-CA0A-4E42-BFA3-3CBD1C6A2B54}" destId="{F9BB9A6C-F47D-C041-88D1-331A0D9DE1F5}" srcOrd="0" destOrd="0" presId="urn:microsoft.com/office/officeart/2008/layout/LinedList"/>
    <dgm:cxn modelId="{ABE49AB0-0D63-B444-84DB-71B9F736E22B}" type="presParOf" srcId="{BED85571-CA0A-4E42-BFA3-3CBD1C6A2B54}" destId="{81932902-57C1-8B44-B90E-EA77D14B8329}" srcOrd="1" destOrd="0" presId="urn:microsoft.com/office/officeart/2008/layout/LinedList"/>
    <dgm:cxn modelId="{DB280318-C80B-8F4F-9787-2B9038B8BBF7}" type="presParOf" srcId="{07554A1A-84C4-D446-A664-C6166D31742F}" destId="{A6AF4FCA-D978-064C-8CC5-16DA4266E73B}" srcOrd="2" destOrd="0" presId="urn:microsoft.com/office/officeart/2008/layout/LinedList"/>
    <dgm:cxn modelId="{ED8D4468-5ED4-3944-A1BC-1957387648DA}" type="presParOf" srcId="{07554A1A-84C4-D446-A664-C6166D31742F}" destId="{7CC38ABD-5D59-3644-9BC7-F885E3E84EBE}" srcOrd="3" destOrd="0" presId="urn:microsoft.com/office/officeart/2008/layout/LinedList"/>
    <dgm:cxn modelId="{8FA7BC4C-4486-C249-BC8D-2D74634D1675}" type="presParOf" srcId="{7CC38ABD-5D59-3644-9BC7-F885E3E84EBE}" destId="{D2920327-45DB-CE4E-BAA8-9215CBC37298}" srcOrd="0" destOrd="0" presId="urn:microsoft.com/office/officeart/2008/layout/LinedList"/>
    <dgm:cxn modelId="{84556835-A834-754E-93DC-1A3EF96EB761}" type="presParOf" srcId="{7CC38ABD-5D59-3644-9BC7-F885E3E84EBE}" destId="{B98E25E6-DAA8-FB4F-A263-5EBBC3E532B2}" srcOrd="1" destOrd="0" presId="urn:microsoft.com/office/officeart/2008/layout/LinedList"/>
    <dgm:cxn modelId="{7ED10919-BA8A-C244-8890-7E15E0E07440}" type="presParOf" srcId="{07554A1A-84C4-D446-A664-C6166D31742F}" destId="{B9654A4B-56C5-0344-BAF8-32B3B1CA8283}" srcOrd="4" destOrd="0" presId="urn:microsoft.com/office/officeart/2008/layout/LinedList"/>
    <dgm:cxn modelId="{9C53DB83-8B46-0747-A6CC-5C8245928F3E}" type="presParOf" srcId="{07554A1A-84C4-D446-A664-C6166D31742F}" destId="{D945E840-F2B4-9E48-B0E1-F0EFD850136F}" srcOrd="5" destOrd="0" presId="urn:microsoft.com/office/officeart/2008/layout/LinedList"/>
    <dgm:cxn modelId="{C122D0F7-6E53-BD45-A49A-168689EEAD08}" type="presParOf" srcId="{D945E840-F2B4-9E48-B0E1-F0EFD850136F}" destId="{526CB91A-CA7F-184C-B66A-21D0192865EB}" srcOrd="0" destOrd="0" presId="urn:microsoft.com/office/officeart/2008/layout/LinedList"/>
    <dgm:cxn modelId="{DBA01961-CC04-144D-AC91-86F735ADB3FF}" type="presParOf" srcId="{D945E840-F2B4-9E48-B0E1-F0EFD850136F}" destId="{3A246AA3-B14A-D147-9616-012C2E4949CD}" srcOrd="1" destOrd="0" presId="urn:microsoft.com/office/officeart/2008/layout/LinedList"/>
    <dgm:cxn modelId="{780729D9-F3A7-A842-89C2-2B44AC538125}" type="presParOf" srcId="{07554A1A-84C4-D446-A664-C6166D31742F}" destId="{95CFB330-D77A-9F4A-B362-4481055672A3}" srcOrd="6" destOrd="0" presId="urn:microsoft.com/office/officeart/2008/layout/LinedList"/>
    <dgm:cxn modelId="{EB8A19EE-BB65-F14C-B8EE-614721E3143C}" type="presParOf" srcId="{07554A1A-84C4-D446-A664-C6166D31742F}" destId="{A03DBBEE-4671-0A48-8D37-60055F35C637}" srcOrd="7" destOrd="0" presId="urn:microsoft.com/office/officeart/2008/layout/LinedList"/>
    <dgm:cxn modelId="{ABAE0C7C-B39D-1942-A27B-DE43184168DD}" type="presParOf" srcId="{A03DBBEE-4671-0A48-8D37-60055F35C637}" destId="{52948DAE-FAC9-C14E-8F9A-E3D16577DCF6}" srcOrd="0" destOrd="0" presId="urn:microsoft.com/office/officeart/2008/layout/LinedList"/>
    <dgm:cxn modelId="{BD7EF98A-BFC9-8D46-9C5E-F7335FA29B13}" type="presParOf" srcId="{A03DBBEE-4671-0A48-8D37-60055F35C637}" destId="{0E674CF7-C7EA-4744-8B43-F59F435BEC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ECFC7A-3283-44F4-A413-AB331238B6A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8B15ED-E0EA-4083-9D12-4FCB6456B105}">
      <dgm:prSet custT="1"/>
      <dgm:spPr/>
      <dgm:t>
        <a:bodyPr/>
        <a:lstStyle/>
        <a:p>
          <a:pPr algn="just"/>
          <a:r>
            <a:rPr lang="en-US" sz="2500" b="1"/>
            <a:t>Lack of Scalability</a:t>
          </a:r>
          <a:r>
            <a:rPr lang="en-US" sz="2500"/>
            <a:t>: Without automated scaling, the system cannot respond dynamically to changes in demand, leading to performance bottlenecks or resource waste.</a:t>
          </a:r>
        </a:p>
      </dgm:t>
    </dgm:pt>
    <dgm:pt modelId="{67FE2113-5F97-4BA3-A1D6-E65664595626}" type="parTrans" cxnId="{083C86FC-F5ED-49BC-A792-028E727F2077}">
      <dgm:prSet/>
      <dgm:spPr/>
      <dgm:t>
        <a:bodyPr/>
        <a:lstStyle/>
        <a:p>
          <a:endParaRPr lang="en-US"/>
        </a:p>
      </dgm:t>
    </dgm:pt>
    <dgm:pt modelId="{3FEB6DBA-72E9-429B-82D7-0ADABA192E12}" type="sibTrans" cxnId="{083C86FC-F5ED-49BC-A792-028E727F2077}">
      <dgm:prSet/>
      <dgm:spPr/>
      <dgm:t>
        <a:bodyPr/>
        <a:lstStyle/>
        <a:p>
          <a:endParaRPr lang="en-US"/>
        </a:p>
      </dgm:t>
    </dgm:pt>
    <dgm:pt modelId="{46053FE0-0688-4EAD-BD11-74508BAF4731}">
      <dgm:prSet custT="1"/>
      <dgm:spPr/>
      <dgm:t>
        <a:bodyPr/>
        <a:lstStyle/>
        <a:p>
          <a:pPr algn="just"/>
          <a:r>
            <a:rPr lang="en-US" sz="2500" b="1"/>
            <a:t>Inefficient Rollbacks</a:t>
          </a:r>
          <a:r>
            <a:rPr lang="en-US" sz="2500"/>
            <a:t>: In the case of a failed deployment, manually rolling back is slow and error-prone.</a:t>
          </a:r>
        </a:p>
      </dgm:t>
    </dgm:pt>
    <dgm:pt modelId="{7FD509F6-EFEF-45A8-AEA1-C183447C6EE3}" type="parTrans" cxnId="{C6E2F667-E43E-4A23-91AD-BF5DB45365AD}">
      <dgm:prSet/>
      <dgm:spPr/>
      <dgm:t>
        <a:bodyPr/>
        <a:lstStyle/>
        <a:p>
          <a:endParaRPr lang="en-US"/>
        </a:p>
      </dgm:t>
    </dgm:pt>
    <dgm:pt modelId="{9AE4F9D2-3E4C-4215-8DDE-BF6D06ADA99E}" type="sibTrans" cxnId="{C6E2F667-E43E-4A23-91AD-BF5DB45365AD}">
      <dgm:prSet/>
      <dgm:spPr/>
      <dgm:t>
        <a:bodyPr/>
        <a:lstStyle/>
        <a:p>
          <a:endParaRPr lang="en-US"/>
        </a:p>
      </dgm:t>
    </dgm:pt>
    <dgm:pt modelId="{7CCCE312-05E8-45FF-B521-F77A81A92E87}">
      <dgm:prSet/>
      <dgm:spPr/>
      <dgm:t>
        <a:bodyPr/>
        <a:lstStyle/>
        <a:p>
          <a:pPr algn="just"/>
          <a:r>
            <a:rPr lang="en-US" b="1"/>
            <a:t>Poor Observability</a:t>
          </a:r>
          <a:r>
            <a:rPr lang="en-US"/>
            <a:t>: Without monitoring integration, diagnosing issues requires digging through logs manually, which slows down incident response.</a:t>
          </a:r>
        </a:p>
      </dgm:t>
    </dgm:pt>
    <dgm:pt modelId="{9FA1FF99-0D74-4AFB-9F66-7C0E18306578}" type="parTrans" cxnId="{C833E6F8-5976-4A63-B62D-251E22900843}">
      <dgm:prSet/>
      <dgm:spPr/>
      <dgm:t>
        <a:bodyPr/>
        <a:lstStyle/>
        <a:p>
          <a:endParaRPr lang="en-US"/>
        </a:p>
      </dgm:t>
    </dgm:pt>
    <dgm:pt modelId="{35F790F8-0856-48BE-B880-FCDAF37BDD52}" type="sibTrans" cxnId="{C833E6F8-5976-4A63-B62D-251E22900843}">
      <dgm:prSet/>
      <dgm:spPr/>
      <dgm:t>
        <a:bodyPr/>
        <a:lstStyle/>
        <a:p>
          <a:endParaRPr lang="en-US"/>
        </a:p>
      </dgm:t>
    </dgm:pt>
    <dgm:pt modelId="{890AF8E5-0BDA-4E90-8454-32654F8970B1}">
      <dgm:prSet/>
      <dgm:spPr/>
      <dgm:t>
        <a:bodyPr/>
        <a:lstStyle/>
        <a:p>
          <a:pPr algn="just"/>
          <a:r>
            <a:rPr lang="en-US" b="1"/>
            <a:t>Onboarding Complexity</a:t>
          </a:r>
          <a:r>
            <a:rPr lang="en-US"/>
            <a:t>: New team members face a steep learning curve when deploying or debugging the system manually.</a:t>
          </a:r>
        </a:p>
      </dgm:t>
    </dgm:pt>
    <dgm:pt modelId="{A3692CD7-4903-4BFC-96DE-E105FABCFD0B}" type="parTrans" cxnId="{B57DCA3A-BFA9-4B93-9DBC-DB9447300C7D}">
      <dgm:prSet/>
      <dgm:spPr/>
      <dgm:t>
        <a:bodyPr/>
        <a:lstStyle/>
        <a:p>
          <a:endParaRPr lang="en-US"/>
        </a:p>
      </dgm:t>
    </dgm:pt>
    <dgm:pt modelId="{19A13F19-E6D3-4D35-8915-138DFA129D1A}" type="sibTrans" cxnId="{B57DCA3A-BFA9-4B93-9DBC-DB9447300C7D}">
      <dgm:prSet/>
      <dgm:spPr/>
      <dgm:t>
        <a:bodyPr/>
        <a:lstStyle/>
        <a:p>
          <a:endParaRPr lang="en-US"/>
        </a:p>
      </dgm:t>
    </dgm:pt>
    <dgm:pt modelId="{07554A1A-84C4-D446-A664-C6166D31742F}" type="pres">
      <dgm:prSet presAssocID="{14ECFC7A-3283-44F4-A413-AB331238B6A0}" presName="vert0" presStyleCnt="0">
        <dgm:presLayoutVars>
          <dgm:dir/>
          <dgm:animOne val="branch"/>
          <dgm:animLvl val="lvl"/>
        </dgm:presLayoutVars>
      </dgm:prSet>
      <dgm:spPr/>
    </dgm:pt>
    <dgm:pt modelId="{C6734919-4E27-A049-8590-1F7A97884EAE}" type="pres">
      <dgm:prSet presAssocID="{E78B15ED-E0EA-4083-9D12-4FCB6456B105}" presName="thickLine" presStyleLbl="alignNode1" presStyleIdx="0" presStyleCnt="4"/>
      <dgm:spPr/>
    </dgm:pt>
    <dgm:pt modelId="{BED85571-CA0A-4E42-BFA3-3CBD1C6A2B54}" type="pres">
      <dgm:prSet presAssocID="{E78B15ED-E0EA-4083-9D12-4FCB6456B105}" presName="horz1" presStyleCnt="0"/>
      <dgm:spPr/>
    </dgm:pt>
    <dgm:pt modelId="{F9BB9A6C-F47D-C041-88D1-331A0D9DE1F5}" type="pres">
      <dgm:prSet presAssocID="{E78B15ED-E0EA-4083-9D12-4FCB6456B105}" presName="tx1" presStyleLbl="revTx" presStyleIdx="0" presStyleCnt="4" custScaleY="117573"/>
      <dgm:spPr/>
    </dgm:pt>
    <dgm:pt modelId="{81932902-57C1-8B44-B90E-EA77D14B8329}" type="pres">
      <dgm:prSet presAssocID="{E78B15ED-E0EA-4083-9D12-4FCB6456B105}" presName="vert1" presStyleCnt="0"/>
      <dgm:spPr/>
    </dgm:pt>
    <dgm:pt modelId="{A6AF4FCA-D978-064C-8CC5-16DA4266E73B}" type="pres">
      <dgm:prSet presAssocID="{46053FE0-0688-4EAD-BD11-74508BAF4731}" presName="thickLine" presStyleLbl="alignNode1" presStyleIdx="1" presStyleCnt="4"/>
      <dgm:spPr/>
    </dgm:pt>
    <dgm:pt modelId="{7CC38ABD-5D59-3644-9BC7-F885E3E84EBE}" type="pres">
      <dgm:prSet presAssocID="{46053FE0-0688-4EAD-BD11-74508BAF4731}" presName="horz1" presStyleCnt="0"/>
      <dgm:spPr/>
    </dgm:pt>
    <dgm:pt modelId="{D2920327-45DB-CE4E-BAA8-9215CBC37298}" type="pres">
      <dgm:prSet presAssocID="{46053FE0-0688-4EAD-BD11-74508BAF4731}" presName="tx1" presStyleLbl="revTx" presStyleIdx="1" presStyleCnt="4"/>
      <dgm:spPr/>
    </dgm:pt>
    <dgm:pt modelId="{B98E25E6-DAA8-FB4F-A263-5EBBC3E532B2}" type="pres">
      <dgm:prSet presAssocID="{46053FE0-0688-4EAD-BD11-74508BAF4731}" presName="vert1" presStyleCnt="0"/>
      <dgm:spPr/>
    </dgm:pt>
    <dgm:pt modelId="{B9654A4B-56C5-0344-BAF8-32B3B1CA8283}" type="pres">
      <dgm:prSet presAssocID="{7CCCE312-05E8-45FF-B521-F77A81A92E87}" presName="thickLine" presStyleLbl="alignNode1" presStyleIdx="2" presStyleCnt="4"/>
      <dgm:spPr/>
    </dgm:pt>
    <dgm:pt modelId="{D945E840-F2B4-9E48-B0E1-F0EFD850136F}" type="pres">
      <dgm:prSet presAssocID="{7CCCE312-05E8-45FF-B521-F77A81A92E87}" presName="horz1" presStyleCnt="0"/>
      <dgm:spPr/>
    </dgm:pt>
    <dgm:pt modelId="{526CB91A-CA7F-184C-B66A-21D0192865EB}" type="pres">
      <dgm:prSet presAssocID="{7CCCE312-05E8-45FF-B521-F77A81A92E87}" presName="tx1" presStyleLbl="revTx" presStyleIdx="2" presStyleCnt="4"/>
      <dgm:spPr/>
    </dgm:pt>
    <dgm:pt modelId="{3A246AA3-B14A-D147-9616-012C2E4949CD}" type="pres">
      <dgm:prSet presAssocID="{7CCCE312-05E8-45FF-B521-F77A81A92E87}" presName="vert1" presStyleCnt="0"/>
      <dgm:spPr/>
    </dgm:pt>
    <dgm:pt modelId="{95CFB330-D77A-9F4A-B362-4481055672A3}" type="pres">
      <dgm:prSet presAssocID="{890AF8E5-0BDA-4E90-8454-32654F8970B1}" presName="thickLine" presStyleLbl="alignNode1" presStyleIdx="3" presStyleCnt="4"/>
      <dgm:spPr/>
    </dgm:pt>
    <dgm:pt modelId="{A03DBBEE-4671-0A48-8D37-60055F35C637}" type="pres">
      <dgm:prSet presAssocID="{890AF8E5-0BDA-4E90-8454-32654F8970B1}" presName="horz1" presStyleCnt="0"/>
      <dgm:spPr/>
    </dgm:pt>
    <dgm:pt modelId="{52948DAE-FAC9-C14E-8F9A-E3D16577DCF6}" type="pres">
      <dgm:prSet presAssocID="{890AF8E5-0BDA-4E90-8454-32654F8970B1}" presName="tx1" presStyleLbl="revTx" presStyleIdx="3" presStyleCnt="4"/>
      <dgm:spPr/>
    </dgm:pt>
    <dgm:pt modelId="{0E674CF7-C7EA-4744-8B43-F59F435BEC97}" type="pres">
      <dgm:prSet presAssocID="{890AF8E5-0BDA-4E90-8454-32654F8970B1}" presName="vert1" presStyleCnt="0"/>
      <dgm:spPr/>
    </dgm:pt>
  </dgm:ptLst>
  <dgm:cxnLst>
    <dgm:cxn modelId="{B57DCA3A-BFA9-4B93-9DBC-DB9447300C7D}" srcId="{14ECFC7A-3283-44F4-A413-AB331238B6A0}" destId="{890AF8E5-0BDA-4E90-8454-32654F8970B1}" srcOrd="3" destOrd="0" parTransId="{A3692CD7-4903-4BFC-96DE-E105FABCFD0B}" sibTransId="{19A13F19-E6D3-4D35-8915-138DFA129D1A}"/>
    <dgm:cxn modelId="{96A4FD3A-85D3-D94A-8EEA-6ED8B1E3B829}" type="presOf" srcId="{46053FE0-0688-4EAD-BD11-74508BAF4731}" destId="{D2920327-45DB-CE4E-BAA8-9215CBC37298}" srcOrd="0" destOrd="0" presId="urn:microsoft.com/office/officeart/2008/layout/LinedList"/>
    <dgm:cxn modelId="{C6E2F667-E43E-4A23-91AD-BF5DB45365AD}" srcId="{14ECFC7A-3283-44F4-A413-AB331238B6A0}" destId="{46053FE0-0688-4EAD-BD11-74508BAF4731}" srcOrd="1" destOrd="0" parTransId="{7FD509F6-EFEF-45A8-AEA1-C183447C6EE3}" sibTransId="{9AE4F9D2-3E4C-4215-8DDE-BF6D06ADA99E}"/>
    <dgm:cxn modelId="{29F8C26C-8523-3E40-9279-B07E1493B06C}" type="presOf" srcId="{7CCCE312-05E8-45FF-B521-F77A81A92E87}" destId="{526CB91A-CA7F-184C-B66A-21D0192865EB}" srcOrd="0" destOrd="0" presId="urn:microsoft.com/office/officeart/2008/layout/LinedList"/>
    <dgm:cxn modelId="{94E91CC0-A5B7-8E49-B6EA-507904E00BB4}" type="presOf" srcId="{14ECFC7A-3283-44F4-A413-AB331238B6A0}" destId="{07554A1A-84C4-D446-A664-C6166D31742F}" srcOrd="0" destOrd="0" presId="urn:microsoft.com/office/officeart/2008/layout/LinedList"/>
    <dgm:cxn modelId="{02F233DC-DFB3-684C-87F6-57CEAC47307C}" type="presOf" srcId="{890AF8E5-0BDA-4E90-8454-32654F8970B1}" destId="{52948DAE-FAC9-C14E-8F9A-E3D16577DCF6}" srcOrd="0" destOrd="0" presId="urn:microsoft.com/office/officeart/2008/layout/LinedList"/>
    <dgm:cxn modelId="{C833E6F8-5976-4A63-B62D-251E22900843}" srcId="{14ECFC7A-3283-44F4-A413-AB331238B6A0}" destId="{7CCCE312-05E8-45FF-B521-F77A81A92E87}" srcOrd="2" destOrd="0" parTransId="{9FA1FF99-0D74-4AFB-9F66-7C0E18306578}" sibTransId="{35F790F8-0856-48BE-B880-FCDAF37BDD52}"/>
    <dgm:cxn modelId="{083C86FC-F5ED-49BC-A792-028E727F2077}" srcId="{14ECFC7A-3283-44F4-A413-AB331238B6A0}" destId="{E78B15ED-E0EA-4083-9D12-4FCB6456B105}" srcOrd="0" destOrd="0" parTransId="{67FE2113-5F97-4BA3-A1D6-E65664595626}" sibTransId="{3FEB6DBA-72E9-429B-82D7-0ADABA192E12}"/>
    <dgm:cxn modelId="{0DE9D6FD-A09C-9B46-A4A4-D908F41DB583}" type="presOf" srcId="{E78B15ED-E0EA-4083-9D12-4FCB6456B105}" destId="{F9BB9A6C-F47D-C041-88D1-331A0D9DE1F5}" srcOrd="0" destOrd="0" presId="urn:microsoft.com/office/officeart/2008/layout/LinedList"/>
    <dgm:cxn modelId="{46B6BF70-8E31-C449-A932-DFBE103DC16C}" type="presParOf" srcId="{07554A1A-84C4-D446-A664-C6166D31742F}" destId="{C6734919-4E27-A049-8590-1F7A97884EAE}" srcOrd="0" destOrd="0" presId="urn:microsoft.com/office/officeart/2008/layout/LinedList"/>
    <dgm:cxn modelId="{F191C1C4-DA44-9B4A-9024-1ACC46922732}" type="presParOf" srcId="{07554A1A-84C4-D446-A664-C6166D31742F}" destId="{BED85571-CA0A-4E42-BFA3-3CBD1C6A2B54}" srcOrd="1" destOrd="0" presId="urn:microsoft.com/office/officeart/2008/layout/LinedList"/>
    <dgm:cxn modelId="{CADF2066-C5DC-2F47-B141-EB0CB6C581EF}" type="presParOf" srcId="{BED85571-CA0A-4E42-BFA3-3CBD1C6A2B54}" destId="{F9BB9A6C-F47D-C041-88D1-331A0D9DE1F5}" srcOrd="0" destOrd="0" presId="urn:microsoft.com/office/officeart/2008/layout/LinedList"/>
    <dgm:cxn modelId="{ABE49AB0-0D63-B444-84DB-71B9F736E22B}" type="presParOf" srcId="{BED85571-CA0A-4E42-BFA3-3CBD1C6A2B54}" destId="{81932902-57C1-8B44-B90E-EA77D14B8329}" srcOrd="1" destOrd="0" presId="urn:microsoft.com/office/officeart/2008/layout/LinedList"/>
    <dgm:cxn modelId="{DB280318-C80B-8F4F-9787-2B9038B8BBF7}" type="presParOf" srcId="{07554A1A-84C4-D446-A664-C6166D31742F}" destId="{A6AF4FCA-D978-064C-8CC5-16DA4266E73B}" srcOrd="2" destOrd="0" presId="urn:microsoft.com/office/officeart/2008/layout/LinedList"/>
    <dgm:cxn modelId="{ED8D4468-5ED4-3944-A1BC-1957387648DA}" type="presParOf" srcId="{07554A1A-84C4-D446-A664-C6166D31742F}" destId="{7CC38ABD-5D59-3644-9BC7-F885E3E84EBE}" srcOrd="3" destOrd="0" presId="urn:microsoft.com/office/officeart/2008/layout/LinedList"/>
    <dgm:cxn modelId="{8FA7BC4C-4486-C249-BC8D-2D74634D1675}" type="presParOf" srcId="{7CC38ABD-5D59-3644-9BC7-F885E3E84EBE}" destId="{D2920327-45DB-CE4E-BAA8-9215CBC37298}" srcOrd="0" destOrd="0" presId="urn:microsoft.com/office/officeart/2008/layout/LinedList"/>
    <dgm:cxn modelId="{84556835-A834-754E-93DC-1A3EF96EB761}" type="presParOf" srcId="{7CC38ABD-5D59-3644-9BC7-F885E3E84EBE}" destId="{B98E25E6-DAA8-FB4F-A263-5EBBC3E532B2}" srcOrd="1" destOrd="0" presId="urn:microsoft.com/office/officeart/2008/layout/LinedList"/>
    <dgm:cxn modelId="{7ED10919-BA8A-C244-8890-7E15E0E07440}" type="presParOf" srcId="{07554A1A-84C4-D446-A664-C6166D31742F}" destId="{B9654A4B-56C5-0344-BAF8-32B3B1CA8283}" srcOrd="4" destOrd="0" presId="urn:microsoft.com/office/officeart/2008/layout/LinedList"/>
    <dgm:cxn modelId="{9C53DB83-8B46-0747-A6CC-5C8245928F3E}" type="presParOf" srcId="{07554A1A-84C4-D446-A664-C6166D31742F}" destId="{D945E840-F2B4-9E48-B0E1-F0EFD850136F}" srcOrd="5" destOrd="0" presId="urn:microsoft.com/office/officeart/2008/layout/LinedList"/>
    <dgm:cxn modelId="{C122D0F7-6E53-BD45-A49A-168689EEAD08}" type="presParOf" srcId="{D945E840-F2B4-9E48-B0E1-F0EFD850136F}" destId="{526CB91A-CA7F-184C-B66A-21D0192865EB}" srcOrd="0" destOrd="0" presId="urn:microsoft.com/office/officeart/2008/layout/LinedList"/>
    <dgm:cxn modelId="{DBA01961-CC04-144D-AC91-86F735ADB3FF}" type="presParOf" srcId="{D945E840-F2B4-9E48-B0E1-F0EFD850136F}" destId="{3A246AA3-B14A-D147-9616-012C2E4949CD}" srcOrd="1" destOrd="0" presId="urn:microsoft.com/office/officeart/2008/layout/LinedList"/>
    <dgm:cxn modelId="{780729D9-F3A7-A842-89C2-2B44AC538125}" type="presParOf" srcId="{07554A1A-84C4-D446-A664-C6166D31742F}" destId="{95CFB330-D77A-9F4A-B362-4481055672A3}" srcOrd="6" destOrd="0" presId="urn:microsoft.com/office/officeart/2008/layout/LinedList"/>
    <dgm:cxn modelId="{EB8A19EE-BB65-F14C-B8EE-614721E3143C}" type="presParOf" srcId="{07554A1A-84C4-D446-A664-C6166D31742F}" destId="{A03DBBEE-4671-0A48-8D37-60055F35C637}" srcOrd="7" destOrd="0" presId="urn:microsoft.com/office/officeart/2008/layout/LinedList"/>
    <dgm:cxn modelId="{ABAE0C7C-B39D-1942-A27B-DE43184168DD}" type="presParOf" srcId="{A03DBBEE-4671-0A48-8D37-60055F35C637}" destId="{52948DAE-FAC9-C14E-8F9A-E3D16577DCF6}" srcOrd="0" destOrd="0" presId="urn:microsoft.com/office/officeart/2008/layout/LinedList"/>
    <dgm:cxn modelId="{BD7EF98A-BFC9-8D46-9C5E-F7335FA29B13}" type="presParOf" srcId="{A03DBBEE-4671-0A48-8D37-60055F35C637}" destId="{0E674CF7-C7EA-4744-8B43-F59F435BEC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B501AE-2BA2-428A-9C0B-657119BB257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A39093-F6C6-48B3-89D0-9A62A96F05AD}">
      <dgm:prSet/>
      <dgm:spPr/>
      <dgm:t>
        <a:bodyPr/>
        <a:lstStyle/>
        <a:p>
          <a:r>
            <a:rPr lang="en-US" b="1"/>
            <a:t>CI/CD Pipeline</a:t>
          </a:r>
          <a:endParaRPr lang="en-US"/>
        </a:p>
      </dgm:t>
    </dgm:pt>
    <dgm:pt modelId="{A0AC763F-B698-476C-8C6D-2BE8DF68C4A4}" type="parTrans" cxnId="{E28EE469-531D-4F09-8706-5A668F05B6FA}">
      <dgm:prSet/>
      <dgm:spPr/>
      <dgm:t>
        <a:bodyPr/>
        <a:lstStyle/>
        <a:p>
          <a:endParaRPr lang="en-US"/>
        </a:p>
      </dgm:t>
    </dgm:pt>
    <dgm:pt modelId="{CA600C5C-4260-41F5-8FE0-AA7CFFDCEF3F}" type="sibTrans" cxnId="{E28EE469-531D-4F09-8706-5A668F05B6FA}">
      <dgm:prSet/>
      <dgm:spPr/>
      <dgm:t>
        <a:bodyPr/>
        <a:lstStyle/>
        <a:p>
          <a:endParaRPr lang="en-US"/>
        </a:p>
      </dgm:t>
    </dgm:pt>
    <dgm:pt modelId="{35FD75B8-7E82-4B62-B0F9-85746A002F1E}">
      <dgm:prSet/>
      <dgm:spPr/>
      <dgm:t>
        <a:bodyPr/>
        <a:lstStyle/>
        <a:p>
          <a:pPr algn="just"/>
          <a:r>
            <a:rPr lang="en-US"/>
            <a:t>Automate backend deployments using continuous integration and delivery tools (e.g., GitHub Actions, GitLab CI, or Jenkins) to ensure consistency and reduce manual intervention.</a:t>
          </a:r>
        </a:p>
      </dgm:t>
    </dgm:pt>
    <dgm:pt modelId="{37A632A3-8F0E-4098-8195-AFE3BE39E45A}" type="parTrans" cxnId="{356F76B4-A688-4CC7-A787-51B9390450A5}">
      <dgm:prSet/>
      <dgm:spPr/>
      <dgm:t>
        <a:bodyPr/>
        <a:lstStyle/>
        <a:p>
          <a:endParaRPr lang="en-US"/>
        </a:p>
      </dgm:t>
    </dgm:pt>
    <dgm:pt modelId="{A9DFA87A-06DA-4548-9AC4-C8C5C2684C1B}" type="sibTrans" cxnId="{356F76B4-A688-4CC7-A787-51B9390450A5}">
      <dgm:prSet/>
      <dgm:spPr/>
      <dgm:t>
        <a:bodyPr/>
        <a:lstStyle/>
        <a:p>
          <a:endParaRPr lang="en-US"/>
        </a:p>
      </dgm:t>
    </dgm:pt>
    <dgm:pt modelId="{04F8A9EB-9125-464E-BDFE-E08AEA866A06}">
      <dgm:prSet/>
      <dgm:spPr/>
      <dgm:t>
        <a:bodyPr/>
        <a:lstStyle/>
        <a:p>
          <a:r>
            <a:rPr lang="en-US" b="1"/>
            <a:t>Dynamic nginx Configuration Reloads</a:t>
          </a:r>
          <a:endParaRPr lang="en-US"/>
        </a:p>
      </dgm:t>
    </dgm:pt>
    <dgm:pt modelId="{D53D8DB3-C3EF-4B53-9ABA-DBABF7F5EE91}" type="parTrans" cxnId="{CD4F2035-366B-46C1-B5E2-AB0EF0B203D5}">
      <dgm:prSet/>
      <dgm:spPr/>
      <dgm:t>
        <a:bodyPr/>
        <a:lstStyle/>
        <a:p>
          <a:endParaRPr lang="en-US"/>
        </a:p>
      </dgm:t>
    </dgm:pt>
    <dgm:pt modelId="{FDCD168A-409B-4286-8E81-9EE718CB3C8E}" type="sibTrans" cxnId="{CD4F2035-366B-46C1-B5E2-AB0EF0B203D5}">
      <dgm:prSet/>
      <dgm:spPr/>
      <dgm:t>
        <a:bodyPr/>
        <a:lstStyle/>
        <a:p>
          <a:endParaRPr lang="en-US"/>
        </a:p>
      </dgm:t>
    </dgm:pt>
    <dgm:pt modelId="{EF86EFBB-3E40-4492-959C-63ADCDA6A1B1}">
      <dgm:prSet/>
      <dgm:spPr/>
      <dgm:t>
        <a:bodyPr/>
        <a:lstStyle/>
        <a:p>
          <a:pPr algn="just"/>
          <a:r>
            <a:rPr lang="en-US"/>
            <a:t>Use automation tools or hot-reloading strategies (like nginx -s reload or configuration templates) to update routes without downtime.</a:t>
          </a:r>
        </a:p>
      </dgm:t>
    </dgm:pt>
    <dgm:pt modelId="{CACAE7B7-E17E-4F3F-9F68-753A8DB72A95}" type="parTrans" cxnId="{282106F5-99F9-40CF-9C20-0CAA4B192A83}">
      <dgm:prSet/>
      <dgm:spPr/>
      <dgm:t>
        <a:bodyPr/>
        <a:lstStyle/>
        <a:p>
          <a:endParaRPr lang="en-US"/>
        </a:p>
      </dgm:t>
    </dgm:pt>
    <dgm:pt modelId="{EBEE3D5A-EB53-4085-A325-D6F4EDDF1456}" type="sibTrans" cxnId="{282106F5-99F9-40CF-9C20-0CAA4B192A83}">
      <dgm:prSet/>
      <dgm:spPr/>
      <dgm:t>
        <a:bodyPr/>
        <a:lstStyle/>
        <a:p>
          <a:endParaRPr lang="en-US"/>
        </a:p>
      </dgm:t>
    </dgm:pt>
    <dgm:pt modelId="{84E7C1AE-3E3F-451B-B06E-60472F5C68A3}">
      <dgm:prSet/>
      <dgm:spPr/>
      <dgm:t>
        <a:bodyPr/>
        <a:lstStyle/>
        <a:p>
          <a:r>
            <a:rPr lang="en-US" b="1"/>
            <a:t>Infrastructure as Code (IaC)</a:t>
          </a:r>
          <a:endParaRPr lang="en-US"/>
        </a:p>
      </dgm:t>
    </dgm:pt>
    <dgm:pt modelId="{8C50D9D1-39F1-4997-9010-C5E32D83BD68}" type="parTrans" cxnId="{E514517E-FDAF-4506-8C4B-9EAC02063F0A}">
      <dgm:prSet/>
      <dgm:spPr/>
      <dgm:t>
        <a:bodyPr/>
        <a:lstStyle/>
        <a:p>
          <a:endParaRPr lang="en-US"/>
        </a:p>
      </dgm:t>
    </dgm:pt>
    <dgm:pt modelId="{7CE15F36-5178-4E02-A1C2-B51D62EFC421}" type="sibTrans" cxnId="{E514517E-FDAF-4506-8C4B-9EAC02063F0A}">
      <dgm:prSet/>
      <dgm:spPr/>
      <dgm:t>
        <a:bodyPr/>
        <a:lstStyle/>
        <a:p>
          <a:endParaRPr lang="en-US"/>
        </a:p>
      </dgm:t>
    </dgm:pt>
    <dgm:pt modelId="{F3574944-9268-4B1C-BE29-69A0590DEE3C}">
      <dgm:prSet/>
      <dgm:spPr/>
      <dgm:t>
        <a:bodyPr/>
        <a:lstStyle/>
        <a:p>
          <a:pPr algn="just"/>
          <a:r>
            <a:rPr lang="en-US"/>
            <a:t>Define service configurations (e.g., using Docker Compose) to make deployments reproducible and version-controlled.</a:t>
          </a:r>
        </a:p>
      </dgm:t>
    </dgm:pt>
    <dgm:pt modelId="{A2D6F14B-CB5A-49CB-87BE-D6EE30B7A132}" type="parTrans" cxnId="{1938BF4E-258A-4A5A-9F94-06C1B521C3BD}">
      <dgm:prSet/>
      <dgm:spPr/>
      <dgm:t>
        <a:bodyPr/>
        <a:lstStyle/>
        <a:p>
          <a:endParaRPr lang="en-US"/>
        </a:p>
      </dgm:t>
    </dgm:pt>
    <dgm:pt modelId="{34EE8B19-DFCE-4B97-BEF4-1D3E41E50E14}" type="sibTrans" cxnId="{1938BF4E-258A-4A5A-9F94-06C1B521C3BD}">
      <dgm:prSet/>
      <dgm:spPr/>
      <dgm:t>
        <a:bodyPr/>
        <a:lstStyle/>
        <a:p>
          <a:endParaRPr lang="en-US"/>
        </a:p>
      </dgm:t>
    </dgm:pt>
    <dgm:pt modelId="{8C6AECCF-270B-8147-A4E5-C75D29EDE7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Rollback Mechanisms</a:t>
          </a:r>
          <a:endParaRPr lang="en-US"/>
        </a:p>
      </dgm:t>
    </dgm:pt>
    <dgm:pt modelId="{5BF07D24-A241-BB44-B1C2-FB7441188D4F}" type="parTrans" cxnId="{7AD2BB6E-EFE1-D64A-9502-C13A32FA8993}">
      <dgm:prSet/>
      <dgm:spPr/>
      <dgm:t>
        <a:bodyPr/>
        <a:lstStyle/>
        <a:p>
          <a:endParaRPr lang="en-US"/>
        </a:p>
      </dgm:t>
    </dgm:pt>
    <dgm:pt modelId="{574617BF-E608-E740-AE7F-B35421847485}" type="sibTrans" cxnId="{7AD2BB6E-EFE1-D64A-9502-C13A32FA8993}">
      <dgm:prSet/>
      <dgm:spPr/>
      <dgm:t>
        <a:bodyPr/>
        <a:lstStyle/>
        <a:p>
          <a:endParaRPr lang="en-US"/>
        </a:p>
      </dgm:t>
    </dgm:pt>
    <dgm:pt modelId="{57EDD8B4-CD15-1644-BCF7-90003C010D92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Incorporate version tagging and automated rollback steps in the CI/CD process to quickly revert faulty deployments.</a:t>
          </a:r>
        </a:p>
      </dgm:t>
    </dgm:pt>
    <dgm:pt modelId="{21498731-E246-DF43-829F-9AFD3AE14D1E}" type="parTrans" cxnId="{0259D490-7968-4C4B-A484-7A6C57258F69}">
      <dgm:prSet/>
      <dgm:spPr/>
      <dgm:t>
        <a:bodyPr/>
        <a:lstStyle/>
        <a:p>
          <a:endParaRPr lang="en-US"/>
        </a:p>
      </dgm:t>
    </dgm:pt>
    <dgm:pt modelId="{E7AEF8F0-17A5-2F4B-9DF2-B0AF58FC1FB2}" type="sibTrans" cxnId="{0259D490-7968-4C4B-A484-7A6C57258F69}">
      <dgm:prSet/>
      <dgm:spPr/>
      <dgm:t>
        <a:bodyPr/>
        <a:lstStyle/>
        <a:p>
          <a:endParaRPr lang="en-US"/>
        </a:p>
      </dgm:t>
    </dgm:pt>
    <dgm:pt modelId="{C5ABF0FF-8784-0B44-B26C-F20582E0EC02}" type="pres">
      <dgm:prSet presAssocID="{9DB501AE-2BA2-428A-9C0B-657119BB2574}" presName="linear" presStyleCnt="0">
        <dgm:presLayoutVars>
          <dgm:animLvl val="lvl"/>
          <dgm:resizeHandles val="exact"/>
        </dgm:presLayoutVars>
      </dgm:prSet>
      <dgm:spPr/>
    </dgm:pt>
    <dgm:pt modelId="{08D94751-93B2-884A-8AD9-3804C5B818D5}" type="pres">
      <dgm:prSet presAssocID="{86A39093-F6C6-48B3-89D0-9A62A96F05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D0C52D-6422-2D4E-99D2-7CEFA2729C51}" type="pres">
      <dgm:prSet presAssocID="{86A39093-F6C6-48B3-89D0-9A62A96F05AD}" presName="childText" presStyleLbl="revTx" presStyleIdx="0" presStyleCnt="4">
        <dgm:presLayoutVars>
          <dgm:bulletEnabled val="1"/>
        </dgm:presLayoutVars>
      </dgm:prSet>
      <dgm:spPr/>
    </dgm:pt>
    <dgm:pt modelId="{8085F0B2-AA40-3F47-A447-E4AE7D866037}" type="pres">
      <dgm:prSet presAssocID="{8C6AECCF-270B-8147-A4E5-C75D29EDE75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D7D6C0-421D-A04E-885A-31445D032F47}" type="pres">
      <dgm:prSet presAssocID="{8C6AECCF-270B-8147-A4E5-C75D29EDE75A}" presName="childText" presStyleLbl="revTx" presStyleIdx="1" presStyleCnt="4">
        <dgm:presLayoutVars>
          <dgm:bulletEnabled val="1"/>
        </dgm:presLayoutVars>
      </dgm:prSet>
      <dgm:spPr/>
    </dgm:pt>
    <dgm:pt modelId="{EC383ADB-CFEF-E746-8D56-76E58108551F}" type="pres">
      <dgm:prSet presAssocID="{04F8A9EB-9125-464E-BDFE-E08AEA866A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93C0B8-A411-B742-A55B-F4255DC60626}" type="pres">
      <dgm:prSet presAssocID="{04F8A9EB-9125-464E-BDFE-E08AEA866A06}" presName="childText" presStyleLbl="revTx" presStyleIdx="2" presStyleCnt="4">
        <dgm:presLayoutVars>
          <dgm:bulletEnabled val="1"/>
        </dgm:presLayoutVars>
      </dgm:prSet>
      <dgm:spPr/>
    </dgm:pt>
    <dgm:pt modelId="{13FD927C-E1A2-F64E-8780-9DD7A30ED430}" type="pres">
      <dgm:prSet presAssocID="{84E7C1AE-3E3F-451B-B06E-60472F5C68A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CE68AC4-31BD-AA48-A5AB-5BDE8241C643}" type="pres">
      <dgm:prSet presAssocID="{84E7C1AE-3E3F-451B-B06E-60472F5C68A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B466301-B0BF-8C41-8614-A65B351EEAEB}" type="presOf" srcId="{57EDD8B4-CD15-1644-BCF7-90003C010D92}" destId="{90D7D6C0-421D-A04E-885A-31445D032F47}" srcOrd="0" destOrd="0" presId="urn:microsoft.com/office/officeart/2005/8/layout/vList2"/>
    <dgm:cxn modelId="{D9C77D32-4642-0A4F-9BCC-AF7A1A678F50}" type="presOf" srcId="{F3574944-9268-4B1C-BE29-69A0590DEE3C}" destId="{3CE68AC4-31BD-AA48-A5AB-5BDE8241C643}" srcOrd="0" destOrd="0" presId="urn:microsoft.com/office/officeart/2005/8/layout/vList2"/>
    <dgm:cxn modelId="{CD4F2035-366B-46C1-B5E2-AB0EF0B203D5}" srcId="{9DB501AE-2BA2-428A-9C0B-657119BB2574}" destId="{04F8A9EB-9125-464E-BDFE-E08AEA866A06}" srcOrd="2" destOrd="0" parTransId="{D53D8DB3-C3EF-4B53-9ABA-DBABF7F5EE91}" sibTransId="{FDCD168A-409B-4286-8E81-9EE718CB3C8E}"/>
    <dgm:cxn modelId="{1938BF4E-258A-4A5A-9F94-06C1B521C3BD}" srcId="{84E7C1AE-3E3F-451B-B06E-60472F5C68A3}" destId="{F3574944-9268-4B1C-BE29-69A0590DEE3C}" srcOrd="0" destOrd="0" parTransId="{A2D6F14B-CB5A-49CB-87BE-D6EE30B7A132}" sibTransId="{34EE8B19-DFCE-4B97-BEF4-1D3E41E50E14}"/>
    <dgm:cxn modelId="{AC41EE60-67D5-0348-A607-8E35930F8845}" type="presOf" srcId="{04F8A9EB-9125-464E-BDFE-E08AEA866A06}" destId="{EC383ADB-CFEF-E746-8D56-76E58108551F}" srcOrd="0" destOrd="0" presId="urn:microsoft.com/office/officeart/2005/8/layout/vList2"/>
    <dgm:cxn modelId="{E28EE469-531D-4F09-8706-5A668F05B6FA}" srcId="{9DB501AE-2BA2-428A-9C0B-657119BB2574}" destId="{86A39093-F6C6-48B3-89D0-9A62A96F05AD}" srcOrd="0" destOrd="0" parTransId="{A0AC763F-B698-476C-8C6D-2BE8DF68C4A4}" sibTransId="{CA600C5C-4260-41F5-8FE0-AA7CFFDCEF3F}"/>
    <dgm:cxn modelId="{7AD2BB6E-EFE1-D64A-9502-C13A32FA8993}" srcId="{9DB501AE-2BA2-428A-9C0B-657119BB2574}" destId="{8C6AECCF-270B-8147-A4E5-C75D29EDE75A}" srcOrd="1" destOrd="0" parTransId="{5BF07D24-A241-BB44-B1C2-FB7441188D4F}" sibTransId="{574617BF-E608-E740-AE7F-B35421847485}"/>
    <dgm:cxn modelId="{07EBC77A-EB7B-5540-805E-4EF4019E5676}" type="presOf" srcId="{EF86EFBB-3E40-4492-959C-63ADCDA6A1B1}" destId="{A993C0B8-A411-B742-A55B-F4255DC60626}" srcOrd="0" destOrd="0" presId="urn:microsoft.com/office/officeart/2005/8/layout/vList2"/>
    <dgm:cxn modelId="{E514517E-FDAF-4506-8C4B-9EAC02063F0A}" srcId="{9DB501AE-2BA2-428A-9C0B-657119BB2574}" destId="{84E7C1AE-3E3F-451B-B06E-60472F5C68A3}" srcOrd="3" destOrd="0" parTransId="{8C50D9D1-39F1-4997-9010-C5E32D83BD68}" sibTransId="{7CE15F36-5178-4E02-A1C2-B51D62EFC421}"/>
    <dgm:cxn modelId="{AFDD898C-7697-BD42-8535-50CF488FCA11}" type="presOf" srcId="{9DB501AE-2BA2-428A-9C0B-657119BB2574}" destId="{C5ABF0FF-8784-0B44-B26C-F20582E0EC02}" srcOrd="0" destOrd="0" presId="urn:microsoft.com/office/officeart/2005/8/layout/vList2"/>
    <dgm:cxn modelId="{81CA5290-C8CE-624A-8608-F226F1003A7E}" type="presOf" srcId="{84E7C1AE-3E3F-451B-B06E-60472F5C68A3}" destId="{13FD927C-E1A2-F64E-8780-9DD7A30ED430}" srcOrd="0" destOrd="0" presId="urn:microsoft.com/office/officeart/2005/8/layout/vList2"/>
    <dgm:cxn modelId="{0259D490-7968-4C4B-A484-7A6C57258F69}" srcId="{8C6AECCF-270B-8147-A4E5-C75D29EDE75A}" destId="{57EDD8B4-CD15-1644-BCF7-90003C010D92}" srcOrd="0" destOrd="0" parTransId="{21498731-E246-DF43-829F-9AFD3AE14D1E}" sibTransId="{E7AEF8F0-17A5-2F4B-9DF2-B0AF58FC1FB2}"/>
    <dgm:cxn modelId="{3A2CA599-6B73-BA4E-B713-AE382DDE6AE3}" type="presOf" srcId="{35FD75B8-7E82-4B62-B0F9-85746A002F1E}" destId="{49D0C52D-6422-2D4E-99D2-7CEFA2729C51}" srcOrd="0" destOrd="0" presId="urn:microsoft.com/office/officeart/2005/8/layout/vList2"/>
    <dgm:cxn modelId="{356F76B4-A688-4CC7-A787-51B9390450A5}" srcId="{86A39093-F6C6-48B3-89D0-9A62A96F05AD}" destId="{35FD75B8-7E82-4B62-B0F9-85746A002F1E}" srcOrd="0" destOrd="0" parTransId="{37A632A3-8F0E-4098-8195-AFE3BE39E45A}" sibTransId="{A9DFA87A-06DA-4548-9AC4-C8C5C2684C1B}"/>
    <dgm:cxn modelId="{C4DC9AC9-E2E9-FA48-A806-27A897939B5F}" type="presOf" srcId="{8C6AECCF-270B-8147-A4E5-C75D29EDE75A}" destId="{8085F0B2-AA40-3F47-A447-E4AE7D866037}" srcOrd="0" destOrd="0" presId="urn:microsoft.com/office/officeart/2005/8/layout/vList2"/>
    <dgm:cxn modelId="{282106F5-99F9-40CF-9C20-0CAA4B192A83}" srcId="{04F8A9EB-9125-464E-BDFE-E08AEA866A06}" destId="{EF86EFBB-3E40-4492-959C-63ADCDA6A1B1}" srcOrd="0" destOrd="0" parTransId="{CACAE7B7-E17E-4F3F-9F68-753A8DB72A95}" sibTransId="{EBEE3D5A-EB53-4085-A325-D6F4EDDF1456}"/>
    <dgm:cxn modelId="{509BC8FA-72F8-7A40-9523-5660C6DEE6DD}" type="presOf" srcId="{86A39093-F6C6-48B3-89D0-9A62A96F05AD}" destId="{08D94751-93B2-884A-8AD9-3804C5B818D5}" srcOrd="0" destOrd="0" presId="urn:microsoft.com/office/officeart/2005/8/layout/vList2"/>
    <dgm:cxn modelId="{5E76829F-392E-A24E-949E-6B7E789F5619}" type="presParOf" srcId="{C5ABF0FF-8784-0B44-B26C-F20582E0EC02}" destId="{08D94751-93B2-884A-8AD9-3804C5B818D5}" srcOrd="0" destOrd="0" presId="urn:microsoft.com/office/officeart/2005/8/layout/vList2"/>
    <dgm:cxn modelId="{B803BDFE-CF47-DE45-994D-00537A555C67}" type="presParOf" srcId="{C5ABF0FF-8784-0B44-B26C-F20582E0EC02}" destId="{49D0C52D-6422-2D4E-99D2-7CEFA2729C51}" srcOrd="1" destOrd="0" presId="urn:microsoft.com/office/officeart/2005/8/layout/vList2"/>
    <dgm:cxn modelId="{5470551C-C1F3-C748-B08B-13D6FB1885C3}" type="presParOf" srcId="{C5ABF0FF-8784-0B44-B26C-F20582E0EC02}" destId="{8085F0B2-AA40-3F47-A447-E4AE7D866037}" srcOrd="2" destOrd="0" presId="urn:microsoft.com/office/officeart/2005/8/layout/vList2"/>
    <dgm:cxn modelId="{E16FBBD3-EEE1-FE4C-8D58-ED793E375907}" type="presParOf" srcId="{C5ABF0FF-8784-0B44-B26C-F20582E0EC02}" destId="{90D7D6C0-421D-A04E-885A-31445D032F47}" srcOrd="3" destOrd="0" presId="urn:microsoft.com/office/officeart/2005/8/layout/vList2"/>
    <dgm:cxn modelId="{0CBFA109-8F3A-8F4C-B597-D0FD5E7F491C}" type="presParOf" srcId="{C5ABF0FF-8784-0B44-B26C-F20582E0EC02}" destId="{EC383ADB-CFEF-E746-8D56-76E58108551F}" srcOrd="4" destOrd="0" presId="urn:microsoft.com/office/officeart/2005/8/layout/vList2"/>
    <dgm:cxn modelId="{A35990E9-4274-D143-932C-82D629428697}" type="presParOf" srcId="{C5ABF0FF-8784-0B44-B26C-F20582E0EC02}" destId="{A993C0B8-A411-B742-A55B-F4255DC60626}" srcOrd="5" destOrd="0" presId="urn:microsoft.com/office/officeart/2005/8/layout/vList2"/>
    <dgm:cxn modelId="{E7C31B9A-2654-794F-92AA-53C6DC755670}" type="presParOf" srcId="{C5ABF0FF-8784-0B44-B26C-F20582E0EC02}" destId="{13FD927C-E1A2-F64E-8780-9DD7A30ED430}" srcOrd="6" destOrd="0" presId="urn:microsoft.com/office/officeart/2005/8/layout/vList2"/>
    <dgm:cxn modelId="{DED4548A-46CC-B74E-9BDF-CF6EBAE71F89}" type="presParOf" srcId="{C5ABF0FF-8784-0B44-B26C-F20582E0EC02}" destId="{3CE68AC4-31BD-AA48-A5AB-5BDE8241C64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B501AE-2BA2-428A-9C0B-657119BB257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E074C75-7D08-924A-AFA4-49B02A6223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Health Monitoring Stack</a:t>
          </a:r>
          <a:endParaRPr lang="en-US"/>
        </a:p>
      </dgm:t>
    </dgm:pt>
    <dgm:pt modelId="{E07CECC7-C997-4C47-A1FF-D523BE6B0762}" type="parTrans" cxnId="{1EDD57E8-F5F5-7843-A0F4-82DFE6E2277E}">
      <dgm:prSet/>
      <dgm:spPr/>
      <dgm:t>
        <a:bodyPr/>
        <a:lstStyle/>
        <a:p>
          <a:endParaRPr lang="en-US"/>
        </a:p>
      </dgm:t>
    </dgm:pt>
    <dgm:pt modelId="{5A5B2A0A-11B8-2744-9DA9-B9510B2E3589}" type="sibTrans" cxnId="{1EDD57E8-F5F5-7843-A0F4-82DFE6E2277E}">
      <dgm:prSet/>
      <dgm:spPr/>
      <dgm:t>
        <a:bodyPr/>
        <a:lstStyle/>
        <a:p>
          <a:endParaRPr lang="en-US"/>
        </a:p>
      </dgm:t>
    </dgm:pt>
    <dgm:pt modelId="{AF3331FB-A3BD-A747-A88C-DA6BDBC182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Containerization</a:t>
          </a:r>
          <a:endParaRPr lang="en-US"/>
        </a:p>
      </dgm:t>
    </dgm:pt>
    <dgm:pt modelId="{8B577C4E-C058-AA40-AA8D-C60925D9BB0C}" type="parTrans" cxnId="{3F95F342-E5BE-2A47-A524-84DC77B0FE60}">
      <dgm:prSet/>
      <dgm:spPr/>
      <dgm:t>
        <a:bodyPr/>
        <a:lstStyle/>
        <a:p>
          <a:endParaRPr lang="en-US"/>
        </a:p>
      </dgm:t>
    </dgm:pt>
    <dgm:pt modelId="{43674938-AA70-8C44-80AD-303C11282857}" type="sibTrans" cxnId="{3F95F342-E5BE-2A47-A524-84DC77B0FE60}">
      <dgm:prSet/>
      <dgm:spPr/>
      <dgm:t>
        <a:bodyPr/>
        <a:lstStyle/>
        <a:p>
          <a:endParaRPr lang="en-US"/>
        </a:p>
      </dgm:t>
    </dgm:pt>
    <dgm:pt modelId="{2D0FA039-F160-FB40-B0A9-8CA8E5C50A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Auto-Scaling Readiness</a:t>
          </a:r>
          <a:endParaRPr lang="en-US"/>
        </a:p>
      </dgm:t>
    </dgm:pt>
    <dgm:pt modelId="{89C8F2D4-711C-3D48-B8C9-103C413A1FE6}" type="parTrans" cxnId="{41424ABF-7908-FD4F-A274-19C6F5D928BA}">
      <dgm:prSet/>
      <dgm:spPr/>
      <dgm:t>
        <a:bodyPr/>
        <a:lstStyle/>
        <a:p>
          <a:endParaRPr lang="en-US"/>
        </a:p>
      </dgm:t>
    </dgm:pt>
    <dgm:pt modelId="{D4E969D1-2D66-854F-80EA-844F9999F911}" type="sibTrans" cxnId="{41424ABF-7908-FD4F-A274-19C6F5D928BA}">
      <dgm:prSet/>
      <dgm:spPr/>
      <dgm:t>
        <a:bodyPr/>
        <a:lstStyle/>
        <a:p>
          <a:endParaRPr lang="en-US"/>
        </a:p>
      </dgm:t>
    </dgm:pt>
    <dgm:pt modelId="{9E03B7C1-152F-0D4C-8646-0DB45F2E4471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Integrate a monitoring stack (e.g., Prometheus + Grafana + cAdvisor) to track system metrics, visualize performance, and alert on anomalies.</a:t>
          </a:r>
        </a:p>
      </dgm:t>
    </dgm:pt>
    <dgm:pt modelId="{EF7B629C-3008-7C4A-A325-44D1D168ED42}" type="parTrans" cxnId="{B2179252-2429-5F48-8D95-BB2451A8CE7C}">
      <dgm:prSet/>
      <dgm:spPr/>
      <dgm:t>
        <a:bodyPr/>
        <a:lstStyle/>
        <a:p>
          <a:endParaRPr lang="en-US"/>
        </a:p>
      </dgm:t>
    </dgm:pt>
    <dgm:pt modelId="{0891B993-F1A4-1E4B-B3B4-A52EF49AB421}" type="sibTrans" cxnId="{B2179252-2429-5F48-8D95-BB2451A8CE7C}">
      <dgm:prSet/>
      <dgm:spPr/>
      <dgm:t>
        <a:bodyPr/>
        <a:lstStyle/>
        <a:p>
          <a:endParaRPr lang="en-US"/>
        </a:p>
      </dgm:t>
    </dgm:pt>
    <dgm:pt modelId="{D1038EE2-C9F6-A340-AE62-BB838FD6DDC0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Containerize all services to ensure environment consistency and simplify dependency management across environments.</a:t>
          </a:r>
        </a:p>
      </dgm:t>
    </dgm:pt>
    <dgm:pt modelId="{1553FB90-A1D0-A44C-B0AB-C86EC81A79F7}" type="parTrans" cxnId="{5F7C3E2E-82F5-5A43-8C00-9790710AD5C2}">
      <dgm:prSet/>
      <dgm:spPr/>
      <dgm:t>
        <a:bodyPr/>
        <a:lstStyle/>
        <a:p>
          <a:endParaRPr lang="en-US"/>
        </a:p>
      </dgm:t>
    </dgm:pt>
    <dgm:pt modelId="{B58F1289-7C18-1249-A1C0-01822E9B8169}" type="sibTrans" cxnId="{5F7C3E2E-82F5-5A43-8C00-9790710AD5C2}">
      <dgm:prSet/>
      <dgm:spPr/>
      <dgm:t>
        <a:bodyPr/>
        <a:lstStyle/>
        <a:p>
          <a:endParaRPr lang="en-US"/>
        </a:p>
      </dgm:t>
    </dgm:pt>
    <dgm:pt modelId="{57341153-1C27-1846-901F-9A1D5BEFAF72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Design the architecture to be compatible with Kubernetes, enabling horizontal or vertical scaling in future iterations.</a:t>
          </a:r>
        </a:p>
      </dgm:t>
    </dgm:pt>
    <dgm:pt modelId="{F1510DEE-B388-4849-A4CC-CE86582C3524}" type="parTrans" cxnId="{CAC33EE8-FAF7-E64F-806C-F36A4E381937}">
      <dgm:prSet/>
      <dgm:spPr/>
      <dgm:t>
        <a:bodyPr/>
        <a:lstStyle/>
        <a:p>
          <a:endParaRPr lang="en-US"/>
        </a:p>
      </dgm:t>
    </dgm:pt>
    <dgm:pt modelId="{5F3CE082-F53B-614A-B3CD-A991EBBAD75A}" type="sibTrans" cxnId="{CAC33EE8-FAF7-E64F-806C-F36A4E381937}">
      <dgm:prSet/>
      <dgm:spPr/>
      <dgm:t>
        <a:bodyPr/>
        <a:lstStyle/>
        <a:p>
          <a:endParaRPr lang="en-US"/>
        </a:p>
      </dgm:t>
    </dgm:pt>
    <dgm:pt modelId="{DEB1438C-BC6E-B34C-BC80-853C14DD609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Service Discovery &amp; Health Checks</a:t>
          </a:r>
          <a:endParaRPr lang="en-US"/>
        </a:p>
      </dgm:t>
    </dgm:pt>
    <dgm:pt modelId="{948B7946-2F24-314D-987F-3BDB60D6CA22}" type="parTrans" cxnId="{02F98FCF-8499-4C46-BDEA-18C7D962D69F}">
      <dgm:prSet/>
      <dgm:spPr/>
      <dgm:t>
        <a:bodyPr/>
        <a:lstStyle/>
        <a:p>
          <a:endParaRPr lang="en-US"/>
        </a:p>
      </dgm:t>
    </dgm:pt>
    <dgm:pt modelId="{F283221F-FFF4-3B4E-8DFB-D4D51CD0F85E}" type="sibTrans" cxnId="{02F98FCF-8499-4C46-BDEA-18C7D962D69F}">
      <dgm:prSet/>
      <dgm:spPr/>
      <dgm:t>
        <a:bodyPr/>
        <a:lstStyle/>
        <a:p>
          <a:endParaRPr lang="en-US"/>
        </a:p>
      </dgm:t>
    </dgm:pt>
    <dgm:pt modelId="{FB34A290-DFF0-7F40-8249-1C124AC28D56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Implement service discovery and health checks (e.g., via nginx, load balancers, or K8s probes) to route traffic only to healthy instances.</a:t>
          </a:r>
        </a:p>
      </dgm:t>
    </dgm:pt>
    <dgm:pt modelId="{4F54E16E-CCD0-674F-8E40-52C9FCE515C3}" type="parTrans" cxnId="{D8B22087-97C1-B240-B7B1-88FCEF38232A}">
      <dgm:prSet/>
      <dgm:spPr/>
      <dgm:t>
        <a:bodyPr/>
        <a:lstStyle/>
        <a:p>
          <a:endParaRPr lang="en-US"/>
        </a:p>
      </dgm:t>
    </dgm:pt>
    <dgm:pt modelId="{07BE47C1-418B-7343-A861-D9B2EAF00801}" type="sibTrans" cxnId="{D8B22087-97C1-B240-B7B1-88FCEF38232A}">
      <dgm:prSet/>
      <dgm:spPr/>
      <dgm:t>
        <a:bodyPr/>
        <a:lstStyle/>
        <a:p>
          <a:endParaRPr lang="en-US"/>
        </a:p>
      </dgm:t>
    </dgm:pt>
    <dgm:pt modelId="{C5ABF0FF-8784-0B44-B26C-F20582E0EC02}" type="pres">
      <dgm:prSet presAssocID="{9DB501AE-2BA2-428A-9C0B-657119BB2574}" presName="linear" presStyleCnt="0">
        <dgm:presLayoutVars>
          <dgm:animLvl val="lvl"/>
          <dgm:resizeHandles val="exact"/>
        </dgm:presLayoutVars>
      </dgm:prSet>
      <dgm:spPr/>
    </dgm:pt>
    <dgm:pt modelId="{C0D50CC9-B30F-9B48-8083-1AB5DD76F4FC}" type="pres">
      <dgm:prSet presAssocID="{DE074C75-7D08-924A-AFA4-49B02A6223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3DE86F-31D8-9E43-B882-D92775AFBB50}" type="pres">
      <dgm:prSet presAssocID="{DE074C75-7D08-924A-AFA4-49B02A62237C}" presName="childText" presStyleLbl="revTx" presStyleIdx="0" presStyleCnt="4">
        <dgm:presLayoutVars>
          <dgm:bulletEnabled val="1"/>
        </dgm:presLayoutVars>
      </dgm:prSet>
      <dgm:spPr/>
    </dgm:pt>
    <dgm:pt modelId="{3501196F-C355-AC45-BF53-0BC9C77B8E8E}" type="pres">
      <dgm:prSet presAssocID="{AF3331FB-A3BD-A747-A88C-DA6BDBC182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A6A8F7-A4A2-934E-AAC1-3EA1B1D841F6}" type="pres">
      <dgm:prSet presAssocID="{AF3331FB-A3BD-A747-A88C-DA6BDBC18242}" presName="childText" presStyleLbl="revTx" presStyleIdx="1" presStyleCnt="4">
        <dgm:presLayoutVars>
          <dgm:bulletEnabled val="1"/>
        </dgm:presLayoutVars>
      </dgm:prSet>
      <dgm:spPr/>
    </dgm:pt>
    <dgm:pt modelId="{2353AFE2-C76A-3F42-93B8-2120AD0D3D85}" type="pres">
      <dgm:prSet presAssocID="{2D0FA039-F160-FB40-B0A9-8CA8E5C50A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021EBD-51A8-F646-8A19-5E47E14B82A2}" type="pres">
      <dgm:prSet presAssocID="{2D0FA039-F160-FB40-B0A9-8CA8E5C50AEF}" presName="childText" presStyleLbl="revTx" presStyleIdx="2" presStyleCnt="4">
        <dgm:presLayoutVars>
          <dgm:bulletEnabled val="1"/>
        </dgm:presLayoutVars>
      </dgm:prSet>
      <dgm:spPr/>
    </dgm:pt>
    <dgm:pt modelId="{895FDC7D-0A52-104A-87C4-E5A84F4AB516}" type="pres">
      <dgm:prSet presAssocID="{DEB1438C-BC6E-B34C-BC80-853C14DD609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518EAEB-8A70-1C42-95FB-0A46462E55E1}" type="pres">
      <dgm:prSet presAssocID="{DEB1438C-BC6E-B34C-BC80-853C14DD609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141F11C-8488-0648-A91F-E3785EB616D9}" type="presOf" srcId="{DEB1438C-BC6E-B34C-BC80-853C14DD6090}" destId="{895FDC7D-0A52-104A-87C4-E5A84F4AB516}" srcOrd="0" destOrd="0" presId="urn:microsoft.com/office/officeart/2005/8/layout/vList2"/>
    <dgm:cxn modelId="{5F7C3E2E-82F5-5A43-8C00-9790710AD5C2}" srcId="{AF3331FB-A3BD-A747-A88C-DA6BDBC18242}" destId="{D1038EE2-C9F6-A340-AE62-BB838FD6DDC0}" srcOrd="0" destOrd="0" parTransId="{1553FB90-A1D0-A44C-B0AB-C86EC81A79F7}" sibTransId="{B58F1289-7C18-1249-A1C0-01822E9B8169}"/>
    <dgm:cxn modelId="{30CB3932-E524-874A-B76A-9F4D48057E76}" type="presOf" srcId="{FB34A290-DFF0-7F40-8249-1C124AC28D56}" destId="{5518EAEB-8A70-1C42-95FB-0A46462E55E1}" srcOrd="0" destOrd="0" presId="urn:microsoft.com/office/officeart/2005/8/layout/vList2"/>
    <dgm:cxn modelId="{FD5B5333-B3CF-6944-82DF-4B26A3200766}" type="presOf" srcId="{2D0FA039-F160-FB40-B0A9-8CA8E5C50AEF}" destId="{2353AFE2-C76A-3F42-93B8-2120AD0D3D85}" srcOrd="0" destOrd="0" presId="urn:microsoft.com/office/officeart/2005/8/layout/vList2"/>
    <dgm:cxn modelId="{3F95F342-E5BE-2A47-A524-84DC77B0FE60}" srcId="{9DB501AE-2BA2-428A-9C0B-657119BB2574}" destId="{AF3331FB-A3BD-A747-A88C-DA6BDBC18242}" srcOrd="1" destOrd="0" parTransId="{8B577C4E-C058-AA40-AA8D-C60925D9BB0C}" sibTransId="{43674938-AA70-8C44-80AD-303C11282857}"/>
    <dgm:cxn modelId="{B2179252-2429-5F48-8D95-BB2451A8CE7C}" srcId="{DE074C75-7D08-924A-AFA4-49B02A62237C}" destId="{9E03B7C1-152F-0D4C-8646-0DB45F2E4471}" srcOrd="0" destOrd="0" parTransId="{EF7B629C-3008-7C4A-A325-44D1D168ED42}" sibTransId="{0891B993-F1A4-1E4B-B3B4-A52EF49AB421}"/>
    <dgm:cxn modelId="{C0B4EE55-C62E-FA44-97F6-09384D67927D}" type="presOf" srcId="{AF3331FB-A3BD-A747-A88C-DA6BDBC18242}" destId="{3501196F-C355-AC45-BF53-0BC9C77B8E8E}" srcOrd="0" destOrd="0" presId="urn:microsoft.com/office/officeart/2005/8/layout/vList2"/>
    <dgm:cxn modelId="{86213B5B-8C6B-B949-81F4-833FEE39CC91}" type="presOf" srcId="{DE074C75-7D08-924A-AFA4-49B02A62237C}" destId="{C0D50CC9-B30F-9B48-8083-1AB5DD76F4FC}" srcOrd="0" destOrd="0" presId="urn:microsoft.com/office/officeart/2005/8/layout/vList2"/>
    <dgm:cxn modelId="{4341437D-A752-6E4E-9288-425E024DEFC6}" type="presOf" srcId="{9E03B7C1-152F-0D4C-8646-0DB45F2E4471}" destId="{943DE86F-31D8-9E43-B882-D92775AFBB50}" srcOrd="0" destOrd="0" presId="urn:microsoft.com/office/officeart/2005/8/layout/vList2"/>
    <dgm:cxn modelId="{D8B22087-97C1-B240-B7B1-88FCEF38232A}" srcId="{DEB1438C-BC6E-B34C-BC80-853C14DD6090}" destId="{FB34A290-DFF0-7F40-8249-1C124AC28D56}" srcOrd="0" destOrd="0" parTransId="{4F54E16E-CCD0-674F-8E40-52C9FCE515C3}" sibTransId="{07BE47C1-418B-7343-A861-D9B2EAF00801}"/>
    <dgm:cxn modelId="{AFDD898C-7697-BD42-8535-50CF488FCA11}" type="presOf" srcId="{9DB501AE-2BA2-428A-9C0B-657119BB2574}" destId="{C5ABF0FF-8784-0B44-B26C-F20582E0EC02}" srcOrd="0" destOrd="0" presId="urn:microsoft.com/office/officeart/2005/8/layout/vList2"/>
    <dgm:cxn modelId="{41424ABF-7908-FD4F-A274-19C6F5D928BA}" srcId="{9DB501AE-2BA2-428A-9C0B-657119BB2574}" destId="{2D0FA039-F160-FB40-B0A9-8CA8E5C50AEF}" srcOrd="2" destOrd="0" parTransId="{89C8F2D4-711C-3D48-B8C9-103C413A1FE6}" sibTransId="{D4E969D1-2D66-854F-80EA-844F9999F911}"/>
    <dgm:cxn modelId="{2C4F06C2-B065-F341-B711-4B2A229BB57A}" type="presOf" srcId="{D1038EE2-C9F6-A340-AE62-BB838FD6DDC0}" destId="{E7A6A8F7-A4A2-934E-AAC1-3EA1B1D841F6}" srcOrd="0" destOrd="0" presId="urn:microsoft.com/office/officeart/2005/8/layout/vList2"/>
    <dgm:cxn modelId="{3FB81BC4-F90A-D74A-BD60-E858EC5F2B41}" type="presOf" srcId="{57341153-1C27-1846-901F-9A1D5BEFAF72}" destId="{AA021EBD-51A8-F646-8A19-5E47E14B82A2}" srcOrd="0" destOrd="0" presId="urn:microsoft.com/office/officeart/2005/8/layout/vList2"/>
    <dgm:cxn modelId="{02F98FCF-8499-4C46-BDEA-18C7D962D69F}" srcId="{9DB501AE-2BA2-428A-9C0B-657119BB2574}" destId="{DEB1438C-BC6E-B34C-BC80-853C14DD6090}" srcOrd="3" destOrd="0" parTransId="{948B7946-2F24-314D-987F-3BDB60D6CA22}" sibTransId="{F283221F-FFF4-3B4E-8DFB-D4D51CD0F85E}"/>
    <dgm:cxn modelId="{CAC33EE8-FAF7-E64F-806C-F36A4E381937}" srcId="{2D0FA039-F160-FB40-B0A9-8CA8E5C50AEF}" destId="{57341153-1C27-1846-901F-9A1D5BEFAF72}" srcOrd="0" destOrd="0" parTransId="{F1510DEE-B388-4849-A4CC-CE86582C3524}" sibTransId="{5F3CE082-F53B-614A-B3CD-A991EBBAD75A}"/>
    <dgm:cxn modelId="{1EDD57E8-F5F5-7843-A0F4-82DFE6E2277E}" srcId="{9DB501AE-2BA2-428A-9C0B-657119BB2574}" destId="{DE074C75-7D08-924A-AFA4-49B02A62237C}" srcOrd="0" destOrd="0" parTransId="{E07CECC7-C997-4C47-A1FF-D523BE6B0762}" sibTransId="{5A5B2A0A-11B8-2744-9DA9-B9510B2E3589}"/>
    <dgm:cxn modelId="{5A9D3595-740F-6E41-BDA6-4790BAAF6185}" type="presParOf" srcId="{C5ABF0FF-8784-0B44-B26C-F20582E0EC02}" destId="{C0D50CC9-B30F-9B48-8083-1AB5DD76F4FC}" srcOrd="0" destOrd="0" presId="urn:microsoft.com/office/officeart/2005/8/layout/vList2"/>
    <dgm:cxn modelId="{3A1B1D75-8B3C-E947-8E00-C0C78E1BB5CF}" type="presParOf" srcId="{C5ABF0FF-8784-0B44-B26C-F20582E0EC02}" destId="{943DE86F-31D8-9E43-B882-D92775AFBB50}" srcOrd="1" destOrd="0" presId="urn:microsoft.com/office/officeart/2005/8/layout/vList2"/>
    <dgm:cxn modelId="{E1E8EE5D-8745-D64B-9909-20AB988ADFC2}" type="presParOf" srcId="{C5ABF0FF-8784-0B44-B26C-F20582E0EC02}" destId="{3501196F-C355-AC45-BF53-0BC9C77B8E8E}" srcOrd="2" destOrd="0" presId="urn:microsoft.com/office/officeart/2005/8/layout/vList2"/>
    <dgm:cxn modelId="{C111BFB6-CE10-D642-8950-7878C1FFFB4D}" type="presParOf" srcId="{C5ABF0FF-8784-0B44-B26C-F20582E0EC02}" destId="{E7A6A8F7-A4A2-934E-AAC1-3EA1B1D841F6}" srcOrd="3" destOrd="0" presId="urn:microsoft.com/office/officeart/2005/8/layout/vList2"/>
    <dgm:cxn modelId="{4119A27D-E367-4240-8D9F-4E5C898AFC3E}" type="presParOf" srcId="{C5ABF0FF-8784-0B44-B26C-F20582E0EC02}" destId="{2353AFE2-C76A-3F42-93B8-2120AD0D3D85}" srcOrd="4" destOrd="0" presId="urn:microsoft.com/office/officeart/2005/8/layout/vList2"/>
    <dgm:cxn modelId="{7B6D7841-1D23-3649-A887-0DB948DCCDA6}" type="presParOf" srcId="{C5ABF0FF-8784-0B44-B26C-F20582E0EC02}" destId="{AA021EBD-51A8-F646-8A19-5E47E14B82A2}" srcOrd="5" destOrd="0" presId="urn:microsoft.com/office/officeart/2005/8/layout/vList2"/>
    <dgm:cxn modelId="{3E7AD07E-AB66-374E-853E-2D0180155275}" type="presParOf" srcId="{C5ABF0FF-8784-0B44-B26C-F20582E0EC02}" destId="{895FDC7D-0A52-104A-87C4-E5A84F4AB516}" srcOrd="6" destOrd="0" presId="urn:microsoft.com/office/officeart/2005/8/layout/vList2"/>
    <dgm:cxn modelId="{E3FD6855-1FA2-564E-8569-5948313F0B8D}" type="presParOf" srcId="{C5ABF0FF-8784-0B44-B26C-F20582E0EC02}" destId="{5518EAEB-8A70-1C42-95FB-0A46462E55E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768B682-E6E2-4A49-9166-956450A6E2AA}">
      <dgm:prSet/>
      <dgm:spPr/>
      <dgm:t>
        <a:bodyPr/>
        <a:lstStyle/>
        <a:p>
          <a:pPr algn="just"/>
          <a:r>
            <a:rPr lang="en-US" b="1"/>
            <a:t>Rust App</a:t>
          </a:r>
          <a:r>
            <a:rPr lang="en-US"/>
            <a:t> – Main backend logic, handling uploads and processing.</a:t>
          </a:r>
        </a:p>
      </dgm:t>
    </dgm:pt>
    <dgm:pt modelId="{15F9327D-DE9E-4B1F-AEA3-7376D382FE85}" type="parTrans" cxnId="{2DCF5D66-0D0C-4CDC-9030-D8B50680DFC6}">
      <dgm:prSet/>
      <dgm:spPr/>
      <dgm:t>
        <a:bodyPr/>
        <a:lstStyle/>
        <a:p>
          <a:endParaRPr lang="en-US"/>
        </a:p>
      </dgm:t>
    </dgm:pt>
    <dgm:pt modelId="{D99146BF-B3C7-45ED-97DE-554BE0A8B33C}" type="sibTrans" cxnId="{2DCF5D66-0D0C-4CDC-9030-D8B50680DFC6}">
      <dgm:prSet/>
      <dgm:spPr/>
      <dgm:t>
        <a:bodyPr/>
        <a:lstStyle/>
        <a:p>
          <a:endParaRPr lang="en-US"/>
        </a:p>
      </dgm:t>
    </dgm:pt>
    <dgm:pt modelId="{3C18DBDA-7F40-4F9D-8678-2585F67C4D78}">
      <dgm:prSet/>
      <dgm:spPr/>
      <dgm:t>
        <a:bodyPr/>
        <a:lstStyle/>
        <a:p>
          <a:pPr algn="just"/>
          <a:r>
            <a:rPr lang="en-US" b="1" dirty="0" err="1"/>
            <a:t>tusd</a:t>
          </a:r>
          <a:r>
            <a:rPr lang="en-US" dirty="0"/>
            <a:t> – Resumable upload server implementing the TUS protocol with webhook hooks into the Rust backend.</a:t>
          </a:r>
        </a:p>
      </dgm:t>
    </dgm:pt>
    <dgm:pt modelId="{AAF7C214-4868-41CB-97F7-A59E0415C8D2}" type="parTrans" cxnId="{3C8EEEA2-E41B-4C7A-BAC5-E3BE569C4229}">
      <dgm:prSet/>
      <dgm:spPr/>
      <dgm:t>
        <a:bodyPr/>
        <a:lstStyle/>
        <a:p>
          <a:endParaRPr lang="en-US"/>
        </a:p>
      </dgm:t>
    </dgm:pt>
    <dgm:pt modelId="{F381AF62-723F-4645-A35B-5EA6CBDF02BD}" type="sibTrans" cxnId="{3C8EEEA2-E41B-4C7A-BAC5-E3BE569C4229}">
      <dgm:prSet/>
      <dgm:spPr/>
      <dgm:t>
        <a:bodyPr/>
        <a:lstStyle/>
        <a:p>
          <a:endParaRPr lang="en-US"/>
        </a:p>
      </dgm:t>
    </dgm:pt>
    <dgm:pt modelId="{44DB98C7-0D2D-4D82-9843-FE789D0E1711}">
      <dgm:prSet/>
      <dgm:spPr/>
      <dgm:t>
        <a:bodyPr/>
        <a:lstStyle/>
        <a:p>
          <a:pPr algn="just"/>
          <a:r>
            <a:rPr lang="en-US" b="1" dirty="0"/>
            <a:t>Workers </a:t>
          </a:r>
          <a:r>
            <a:rPr lang="en-US" dirty="0"/>
            <a:t>– ML Models tailored to the business need</a:t>
          </a:r>
        </a:p>
      </dgm:t>
    </dgm:pt>
    <dgm:pt modelId="{03E8AB65-01C0-4CBA-90CC-7AC2A383944B}" type="parTrans" cxnId="{74DE57F7-175A-4932-8D07-2FDBF56C3EE1}">
      <dgm:prSet/>
      <dgm:spPr/>
      <dgm:t>
        <a:bodyPr/>
        <a:lstStyle/>
        <a:p>
          <a:endParaRPr lang="en-US"/>
        </a:p>
      </dgm:t>
    </dgm:pt>
    <dgm:pt modelId="{CBA51B4F-8CA8-45C4-B7D2-D66CECEE7897}" type="sibTrans" cxnId="{74DE57F7-175A-4932-8D07-2FDBF56C3EE1}">
      <dgm:prSet/>
      <dgm:spPr/>
      <dgm:t>
        <a:bodyPr/>
        <a:lstStyle/>
        <a:p>
          <a:endParaRPr lang="en-US"/>
        </a:p>
      </dgm:t>
    </dgm:pt>
    <dgm:pt modelId="{D61C6718-AAF0-6647-811B-339F544166DA}">
      <dgm:prSet/>
      <dgm:spPr/>
      <dgm:t>
        <a:bodyPr/>
        <a:lstStyle/>
        <a:p>
          <a:pPr algn="just"/>
          <a:r>
            <a:rPr lang="en-US" dirty="0"/>
            <a:t>Caption</a:t>
          </a:r>
        </a:p>
      </dgm:t>
    </dgm:pt>
    <dgm:pt modelId="{9F00B673-4D52-784E-8DE8-ECFBC07F2352}" type="parTrans" cxnId="{9BBFD41A-7A0E-654E-A65D-A3EF8D87D3B6}">
      <dgm:prSet/>
      <dgm:spPr/>
      <dgm:t>
        <a:bodyPr/>
        <a:lstStyle/>
        <a:p>
          <a:endParaRPr lang="en-US"/>
        </a:p>
      </dgm:t>
    </dgm:pt>
    <dgm:pt modelId="{16F1F576-3FAB-1448-96F9-6EEF2177A623}" type="sibTrans" cxnId="{9BBFD41A-7A0E-654E-A65D-A3EF8D87D3B6}">
      <dgm:prSet/>
      <dgm:spPr/>
      <dgm:t>
        <a:bodyPr/>
        <a:lstStyle/>
        <a:p>
          <a:endParaRPr lang="en-US"/>
        </a:p>
      </dgm:t>
    </dgm:pt>
    <dgm:pt modelId="{6B881ABC-CCB5-FF4E-AAEE-614DF0F17F04}">
      <dgm:prSet/>
      <dgm:spPr/>
      <dgm:t>
        <a:bodyPr/>
        <a:lstStyle/>
        <a:p>
          <a:pPr algn="just"/>
          <a:r>
            <a:rPr lang="en-US" dirty="0"/>
            <a:t>Quality</a:t>
          </a:r>
        </a:p>
      </dgm:t>
    </dgm:pt>
    <dgm:pt modelId="{9121DEFB-6E86-0B4F-952E-88A0D2D19E45}" type="parTrans" cxnId="{F624F9E1-C03C-CA46-BA3B-12BC786EA254}">
      <dgm:prSet/>
      <dgm:spPr/>
      <dgm:t>
        <a:bodyPr/>
        <a:lstStyle/>
        <a:p>
          <a:endParaRPr lang="en-US"/>
        </a:p>
      </dgm:t>
    </dgm:pt>
    <dgm:pt modelId="{6A75E246-4CA7-444E-BECC-8ADEABF09707}" type="sibTrans" cxnId="{F624F9E1-C03C-CA46-BA3B-12BC786EA254}">
      <dgm:prSet/>
      <dgm:spPr/>
      <dgm:t>
        <a:bodyPr/>
        <a:lstStyle/>
        <a:p>
          <a:endParaRPr lang="en-US"/>
        </a:p>
      </dgm:t>
    </dgm:pt>
    <dgm:pt modelId="{67BAE0F0-7082-DE4B-B4CD-87395E0939F6}">
      <dgm:prSet/>
      <dgm:spPr/>
      <dgm:t>
        <a:bodyPr/>
        <a:lstStyle/>
        <a:p>
          <a:pPr algn="just"/>
          <a:r>
            <a:rPr lang="en-US" dirty="0"/>
            <a:t>Transcription</a:t>
          </a:r>
        </a:p>
      </dgm:t>
    </dgm:pt>
    <dgm:pt modelId="{F5B881FB-73DC-374A-B5CE-98A062628061}" type="parTrans" cxnId="{079D88AC-02CC-4F44-824E-5AA03E27AB49}">
      <dgm:prSet/>
      <dgm:spPr/>
      <dgm:t>
        <a:bodyPr/>
        <a:lstStyle/>
        <a:p>
          <a:endParaRPr lang="en-US"/>
        </a:p>
      </dgm:t>
    </dgm:pt>
    <dgm:pt modelId="{97A90805-CDAA-814F-AAC5-267D0DE07AA9}" type="sibTrans" cxnId="{079D88AC-02CC-4F44-824E-5AA03E27AB49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42FBBA6A-9E20-334B-97C2-70C2714DE5B4}" type="pres">
      <dgm:prSet presAssocID="{7768B682-E6E2-4A49-9166-956450A6E2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1DB747-B6B8-834C-B175-3C0FD432CA4E}" type="pres">
      <dgm:prSet presAssocID="{D99146BF-B3C7-45ED-97DE-554BE0A8B33C}" presName="spacer" presStyleCnt="0"/>
      <dgm:spPr/>
    </dgm:pt>
    <dgm:pt modelId="{3A2BC49F-CB9D-704D-B7E6-BA32EA21CA97}" type="pres">
      <dgm:prSet presAssocID="{3C18DBDA-7F40-4F9D-8678-2585F67C4D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B24B37-DA4F-1941-B5DB-44A9CC45758D}" type="pres">
      <dgm:prSet presAssocID="{F381AF62-723F-4645-A35B-5EA6CBDF02BD}" presName="spacer" presStyleCnt="0"/>
      <dgm:spPr/>
    </dgm:pt>
    <dgm:pt modelId="{9C76D54E-7671-3645-B576-E9346AF37A75}" type="pres">
      <dgm:prSet presAssocID="{44DB98C7-0D2D-4D82-9843-FE789D0E171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45B3449-F233-E946-A85E-EC2500A18ACF}" type="pres">
      <dgm:prSet presAssocID="{44DB98C7-0D2D-4D82-9843-FE789D0E171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BBFD41A-7A0E-654E-A65D-A3EF8D87D3B6}" srcId="{44DB98C7-0D2D-4D82-9843-FE789D0E1711}" destId="{D61C6718-AAF0-6647-811B-339F544166DA}" srcOrd="0" destOrd="0" parTransId="{9F00B673-4D52-784E-8DE8-ECFBC07F2352}" sibTransId="{16F1F576-3FAB-1448-96F9-6EEF2177A623}"/>
    <dgm:cxn modelId="{A379ED20-1C73-0445-9D0E-AA23CACAD293}" type="presOf" srcId="{D61C6718-AAF0-6647-811B-339F544166DA}" destId="{145B3449-F233-E946-A85E-EC2500A18ACF}" srcOrd="0" destOrd="0" presId="urn:microsoft.com/office/officeart/2005/8/layout/vList2"/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541C8A59-9358-6E49-AE4B-A7F00F9CF213}" type="presOf" srcId="{3C18DBDA-7F40-4F9D-8678-2585F67C4D78}" destId="{3A2BC49F-CB9D-704D-B7E6-BA32EA21CA97}" srcOrd="0" destOrd="0" presId="urn:microsoft.com/office/officeart/2005/8/layout/vList2"/>
    <dgm:cxn modelId="{2DCF5D66-0D0C-4CDC-9030-D8B50680DFC6}" srcId="{68F46E84-086D-43AE-88FF-1B22672F8617}" destId="{7768B682-E6E2-4A49-9166-956450A6E2AA}" srcOrd="0" destOrd="0" parTransId="{15F9327D-DE9E-4B1F-AEA3-7376D382FE85}" sibTransId="{D99146BF-B3C7-45ED-97DE-554BE0A8B33C}"/>
    <dgm:cxn modelId="{8E917796-DBF3-674F-AE94-3D769E849CC8}" type="presOf" srcId="{44DB98C7-0D2D-4D82-9843-FE789D0E1711}" destId="{9C76D54E-7671-3645-B576-E9346AF37A75}" srcOrd="0" destOrd="0" presId="urn:microsoft.com/office/officeart/2005/8/layout/vList2"/>
    <dgm:cxn modelId="{3C8EEEA2-E41B-4C7A-BAC5-E3BE569C4229}" srcId="{68F46E84-086D-43AE-88FF-1B22672F8617}" destId="{3C18DBDA-7F40-4F9D-8678-2585F67C4D78}" srcOrd="1" destOrd="0" parTransId="{AAF7C214-4868-41CB-97F7-A59E0415C8D2}" sibTransId="{F381AF62-723F-4645-A35B-5EA6CBDF02BD}"/>
    <dgm:cxn modelId="{079D88AC-02CC-4F44-824E-5AA03E27AB49}" srcId="{44DB98C7-0D2D-4D82-9843-FE789D0E1711}" destId="{67BAE0F0-7082-DE4B-B4CD-87395E0939F6}" srcOrd="2" destOrd="0" parTransId="{F5B881FB-73DC-374A-B5CE-98A062628061}" sibTransId="{97A90805-CDAA-814F-AAC5-267D0DE07AA9}"/>
    <dgm:cxn modelId="{D8F2E8C8-0565-9C4C-8E32-2438B1B44E60}" type="presOf" srcId="{67BAE0F0-7082-DE4B-B4CD-87395E0939F6}" destId="{145B3449-F233-E946-A85E-EC2500A18ACF}" srcOrd="0" destOrd="2" presId="urn:microsoft.com/office/officeart/2005/8/layout/vList2"/>
    <dgm:cxn modelId="{F624F9E1-C03C-CA46-BA3B-12BC786EA254}" srcId="{44DB98C7-0D2D-4D82-9843-FE789D0E1711}" destId="{6B881ABC-CCB5-FF4E-AAEE-614DF0F17F04}" srcOrd="1" destOrd="0" parTransId="{9121DEFB-6E86-0B4F-952E-88A0D2D19E45}" sibTransId="{6A75E246-4CA7-444E-BECC-8ADEABF09707}"/>
    <dgm:cxn modelId="{9A4FBAF6-9218-F744-8B57-F86C1B91B687}" type="presOf" srcId="{6B881ABC-CCB5-FF4E-AAEE-614DF0F17F04}" destId="{145B3449-F233-E946-A85E-EC2500A18ACF}" srcOrd="0" destOrd="1" presId="urn:microsoft.com/office/officeart/2005/8/layout/vList2"/>
    <dgm:cxn modelId="{74DE57F7-175A-4932-8D07-2FDBF56C3EE1}" srcId="{68F46E84-086D-43AE-88FF-1B22672F8617}" destId="{44DB98C7-0D2D-4D82-9843-FE789D0E1711}" srcOrd="2" destOrd="0" parTransId="{03E8AB65-01C0-4CBA-90CC-7AC2A383944B}" sibTransId="{CBA51B4F-8CA8-45C4-B7D2-D66CECEE7897}"/>
    <dgm:cxn modelId="{91DFE4F7-0D14-E04C-BE00-316A60063850}" type="presOf" srcId="{7768B682-E6E2-4A49-9166-956450A6E2AA}" destId="{42FBBA6A-9E20-334B-97C2-70C2714DE5B4}" srcOrd="0" destOrd="0" presId="urn:microsoft.com/office/officeart/2005/8/layout/vList2"/>
    <dgm:cxn modelId="{76F3A1FA-D5D4-0B47-B637-713132FAB5FF}" type="presParOf" srcId="{BD0A9375-56B7-A541-BF93-B544F78D5D54}" destId="{42FBBA6A-9E20-334B-97C2-70C2714DE5B4}" srcOrd="0" destOrd="0" presId="urn:microsoft.com/office/officeart/2005/8/layout/vList2"/>
    <dgm:cxn modelId="{1277381B-44A9-4644-8C14-2551023B0EBE}" type="presParOf" srcId="{BD0A9375-56B7-A541-BF93-B544F78D5D54}" destId="{A31DB747-B6B8-834C-B175-3C0FD432CA4E}" srcOrd="1" destOrd="0" presId="urn:microsoft.com/office/officeart/2005/8/layout/vList2"/>
    <dgm:cxn modelId="{E5280F16-73DC-3646-A129-845598DB3039}" type="presParOf" srcId="{BD0A9375-56B7-A541-BF93-B544F78D5D54}" destId="{3A2BC49F-CB9D-704D-B7E6-BA32EA21CA97}" srcOrd="2" destOrd="0" presId="urn:microsoft.com/office/officeart/2005/8/layout/vList2"/>
    <dgm:cxn modelId="{BA6D7EA2-316C-224B-ADBA-A726240CAE36}" type="presParOf" srcId="{BD0A9375-56B7-A541-BF93-B544F78D5D54}" destId="{09B24B37-DA4F-1941-B5DB-44A9CC45758D}" srcOrd="3" destOrd="0" presId="urn:microsoft.com/office/officeart/2005/8/layout/vList2"/>
    <dgm:cxn modelId="{4AD4ECA0-5B34-BE49-8B7A-B3ABC55B4586}" type="presParOf" srcId="{BD0A9375-56B7-A541-BF93-B544F78D5D54}" destId="{9C76D54E-7671-3645-B576-E9346AF37A75}" srcOrd="4" destOrd="0" presId="urn:microsoft.com/office/officeart/2005/8/layout/vList2"/>
    <dgm:cxn modelId="{D3CFFD76-6B0E-C448-A343-1E0C8E49EB68}" type="presParOf" srcId="{BD0A9375-56B7-A541-BF93-B544F78D5D54}" destId="{145B3449-F233-E946-A85E-EC2500A18AC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DE68CE5-9E87-BD4A-8D39-90FED3015A9D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Nginx (OpenResty)</a:t>
          </a:r>
          <a:r>
            <a:rPr lang="en-US" sz="2500"/>
            <a:t> – Acts as a reverse proxy to route external traffic to internal services, with future support for SSL and stub_status for metrics.</a:t>
          </a:r>
        </a:p>
      </dgm:t>
    </dgm:pt>
    <dgm:pt modelId="{DA8C493A-DDED-6848-89B0-929AEB6A7715}" type="parTrans" cxnId="{CB2B5CEC-E688-C047-992E-7B2264B4138D}">
      <dgm:prSet/>
      <dgm:spPr/>
      <dgm:t>
        <a:bodyPr/>
        <a:lstStyle/>
        <a:p>
          <a:endParaRPr lang="en-US"/>
        </a:p>
      </dgm:t>
    </dgm:pt>
    <dgm:pt modelId="{41E156BD-760B-C24D-A4B2-982F98A2A068}" type="sibTrans" cxnId="{CB2B5CEC-E688-C047-992E-7B2264B4138D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8E33F459-0A74-4641-8D1B-900EBE37C254}" type="pres">
      <dgm:prSet presAssocID="{6DE68CE5-9E87-BD4A-8D39-90FED3015A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51A80C78-17CF-164A-A71A-1D6EB722BB62}" type="presOf" srcId="{6DE68CE5-9E87-BD4A-8D39-90FED3015A9D}" destId="{8E33F459-0A74-4641-8D1B-900EBE37C254}" srcOrd="0" destOrd="0" presId="urn:microsoft.com/office/officeart/2005/8/layout/vList2"/>
    <dgm:cxn modelId="{CB2B5CEC-E688-C047-992E-7B2264B4138D}" srcId="{68F46E84-086D-43AE-88FF-1B22672F8617}" destId="{6DE68CE5-9E87-BD4A-8D39-90FED3015A9D}" srcOrd="0" destOrd="0" parTransId="{DA8C493A-DDED-6848-89B0-929AEB6A7715}" sibTransId="{41E156BD-760B-C24D-A4B2-982F98A2A068}"/>
    <dgm:cxn modelId="{599AD353-C4BB-6943-AB95-31C97F941B9F}" type="presParOf" srcId="{BD0A9375-56B7-A541-BF93-B544F78D5D54}" destId="{8E33F459-0A74-4641-8D1B-900EBE37C25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CC43E2D-4AE5-3048-B722-35ABF0E06479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Prometheus</a:t>
          </a:r>
          <a:r>
            <a:rPr lang="en-US" sz="2500"/>
            <a:t> – Collects system and application metrics from exporters.</a:t>
          </a:r>
        </a:p>
      </dgm:t>
    </dgm:pt>
    <dgm:pt modelId="{9FE4BE27-9C32-2D45-BFA7-A6200DA428B7}" type="parTrans" cxnId="{141163C7-5BCD-4745-824D-6F3B50C9DECD}">
      <dgm:prSet/>
      <dgm:spPr/>
      <dgm:t>
        <a:bodyPr/>
        <a:lstStyle/>
        <a:p>
          <a:endParaRPr lang="en-US"/>
        </a:p>
      </dgm:t>
    </dgm:pt>
    <dgm:pt modelId="{A7B7C1A2-BBC6-9848-8CA1-74200D254570}" type="sibTrans" cxnId="{141163C7-5BCD-4745-824D-6F3B50C9DECD}">
      <dgm:prSet/>
      <dgm:spPr/>
      <dgm:t>
        <a:bodyPr/>
        <a:lstStyle/>
        <a:p>
          <a:endParaRPr lang="en-US"/>
        </a:p>
      </dgm:t>
    </dgm:pt>
    <dgm:pt modelId="{BC68B4E2-D306-4D48-A1F8-317FDDD9ACF5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Grafana</a:t>
          </a:r>
          <a:r>
            <a:rPr lang="en-US" sz="2500"/>
            <a:t> – Dashboards and alerting based on Prometheus metrics.</a:t>
          </a:r>
        </a:p>
      </dgm:t>
    </dgm:pt>
    <dgm:pt modelId="{8B6A42B7-E7C4-E04E-9271-87622F9ACE23}" type="parTrans" cxnId="{7739B68D-833E-B943-9CA8-1697169E5769}">
      <dgm:prSet/>
      <dgm:spPr/>
      <dgm:t>
        <a:bodyPr/>
        <a:lstStyle/>
        <a:p>
          <a:endParaRPr lang="en-US"/>
        </a:p>
      </dgm:t>
    </dgm:pt>
    <dgm:pt modelId="{A4403AC4-CB9B-B145-864D-DE9651B3AC48}" type="sibTrans" cxnId="{7739B68D-833E-B943-9CA8-1697169E5769}">
      <dgm:prSet/>
      <dgm:spPr/>
      <dgm:t>
        <a:bodyPr/>
        <a:lstStyle/>
        <a:p>
          <a:endParaRPr lang="en-US"/>
        </a:p>
      </dgm:t>
    </dgm:pt>
    <dgm:pt modelId="{8E412AF2-12B4-9444-B1AE-AD23063A26D3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cAdvisor</a:t>
          </a:r>
          <a:r>
            <a:rPr lang="en-US" sz="2500"/>
            <a:t> – Provides detailed container-level resource usage metrics.</a:t>
          </a:r>
        </a:p>
      </dgm:t>
    </dgm:pt>
    <dgm:pt modelId="{91545BC6-E6FD-3B44-B4AA-9FE61719104E}" type="parTrans" cxnId="{DA2574E2-C757-4E4A-8182-08C319545100}">
      <dgm:prSet/>
      <dgm:spPr/>
      <dgm:t>
        <a:bodyPr/>
        <a:lstStyle/>
        <a:p>
          <a:endParaRPr lang="en-US"/>
        </a:p>
      </dgm:t>
    </dgm:pt>
    <dgm:pt modelId="{0E6DC705-BF0E-1F4B-A6E9-B1C0788A8C23}" type="sibTrans" cxnId="{DA2574E2-C757-4E4A-8182-08C319545100}">
      <dgm:prSet/>
      <dgm:spPr/>
      <dgm:t>
        <a:bodyPr/>
        <a:lstStyle/>
        <a:p>
          <a:endParaRPr lang="en-US"/>
        </a:p>
      </dgm:t>
    </dgm:pt>
    <dgm:pt modelId="{C2E5E9CE-0188-3249-94B5-0AED47A7BEE8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nginx-exporter</a:t>
          </a:r>
          <a:r>
            <a:rPr lang="en-US" sz="2500"/>
            <a:t> – Exposes Nginx metrics (e.g., requests per second, connections) to Prometheus</a:t>
          </a:r>
          <a:r>
            <a:rPr lang="en-US" sz="2000"/>
            <a:t>.</a:t>
          </a:r>
        </a:p>
      </dgm:t>
    </dgm:pt>
    <dgm:pt modelId="{285399A8-8BFE-CE46-9911-8C61099DA325}" type="parTrans" cxnId="{14F59170-42A6-464B-BBE1-3DF0AFB35574}">
      <dgm:prSet/>
      <dgm:spPr/>
      <dgm:t>
        <a:bodyPr/>
        <a:lstStyle/>
        <a:p>
          <a:endParaRPr lang="en-US"/>
        </a:p>
      </dgm:t>
    </dgm:pt>
    <dgm:pt modelId="{8068339B-7613-B749-93B5-C442928D7665}" type="sibTrans" cxnId="{14F59170-42A6-464B-BBE1-3DF0AFB35574}">
      <dgm:prSet/>
      <dgm:spPr/>
      <dgm:t>
        <a:bodyPr/>
        <a:lstStyle/>
        <a:p>
          <a:endParaRPr lang="en-US"/>
        </a:p>
      </dgm:t>
    </dgm:pt>
    <dgm:pt modelId="{41CB7240-685C-3448-A83E-CAF3F399D125}">
      <dgm:prSet custT="1"/>
      <dgm:spPr/>
      <dgm:t>
        <a:bodyPr/>
        <a:lstStyle/>
        <a:p>
          <a:pPr algn="just"/>
          <a:r>
            <a:rPr lang="en-US" sz="2500" b="1" i="0" u="none"/>
            <a:t>rust-prometheus </a:t>
          </a:r>
          <a:r>
            <a:rPr lang="en-US" sz="2500"/>
            <a:t>– Export app metrics to Prometheus.</a:t>
          </a:r>
        </a:p>
      </dgm:t>
    </dgm:pt>
    <dgm:pt modelId="{4F6BBF54-4E62-984A-8A97-5F28C6052933}" type="parTrans" cxnId="{C7EA22AE-ACDC-6E4A-BEA4-55F070DD3FB8}">
      <dgm:prSet/>
      <dgm:spPr/>
      <dgm:t>
        <a:bodyPr/>
        <a:lstStyle/>
        <a:p>
          <a:endParaRPr lang="en-US"/>
        </a:p>
      </dgm:t>
    </dgm:pt>
    <dgm:pt modelId="{4F4B2A1D-0452-0C47-A389-96D5D44F21E5}" type="sibTrans" cxnId="{C7EA22AE-ACDC-6E4A-BEA4-55F070DD3FB8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EFB76808-14BD-E642-A577-4C7F809EBD0C}" type="pres">
      <dgm:prSet presAssocID="{5CC43E2D-4AE5-3048-B722-35ABF0E0647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5EC4534-32E9-0B48-ADAA-AF6718664511}" type="pres">
      <dgm:prSet presAssocID="{A7B7C1A2-BBC6-9848-8CA1-74200D254570}" presName="spacer" presStyleCnt="0"/>
      <dgm:spPr/>
    </dgm:pt>
    <dgm:pt modelId="{92751036-AD4F-4143-B663-411532A73A0A}" type="pres">
      <dgm:prSet presAssocID="{BC68B4E2-D306-4D48-A1F8-317FDDD9AC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CF813B-460B-8142-AE9E-A5B1B5DE2D7F}" type="pres">
      <dgm:prSet presAssocID="{A4403AC4-CB9B-B145-864D-DE9651B3AC48}" presName="spacer" presStyleCnt="0"/>
      <dgm:spPr/>
    </dgm:pt>
    <dgm:pt modelId="{F8C8BCE5-12EC-9B4A-9EA8-0D598E0EB079}" type="pres">
      <dgm:prSet presAssocID="{8E412AF2-12B4-9444-B1AE-AD23063A26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85119D-B6FC-734F-AAD2-9A3168A3BF10}" type="pres">
      <dgm:prSet presAssocID="{0E6DC705-BF0E-1F4B-A6E9-B1C0788A8C23}" presName="spacer" presStyleCnt="0"/>
      <dgm:spPr/>
    </dgm:pt>
    <dgm:pt modelId="{DC38BDF2-0451-0E41-B47E-4FE3D59DF365}" type="pres">
      <dgm:prSet presAssocID="{C2E5E9CE-0188-3249-94B5-0AED47A7BEE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E5BA954-A64D-474D-8DB1-1ACED801E526}" type="pres">
      <dgm:prSet presAssocID="{8068339B-7613-B749-93B5-C442928D7665}" presName="spacer" presStyleCnt="0"/>
      <dgm:spPr/>
    </dgm:pt>
    <dgm:pt modelId="{892F78AE-5F29-AF4B-8E68-F3414829441C}" type="pres">
      <dgm:prSet presAssocID="{41CB7240-685C-3448-A83E-CAF3F399D12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053941C-FE32-E84E-A948-22C79C636676}" type="presOf" srcId="{BC68B4E2-D306-4D48-A1F8-317FDDD9ACF5}" destId="{92751036-AD4F-4143-B663-411532A73A0A}" srcOrd="0" destOrd="0" presId="urn:microsoft.com/office/officeart/2005/8/layout/vList2"/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EDB9CF4C-AAD0-F044-9D69-20BA13E3D4D0}" type="presOf" srcId="{5CC43E2D-4AE5-3048-B722-35ABF0E06479}" destId="{EFB76808-14BD-E642-A577-4C7F809EBD0C}" srcOrd="0" destOrd="0" presId="urn:microsoft.com/office/officeart/2005/8/layout/vList2"/>
    <dgm:cxn modelId="{F42BD06A-2019-1746-B9C7-E404BD7674F3}" type="presOf" srcId="{C2E5E9CE-0188-3249-94B5-0AED47A7BEE8}" destId="{DC38BDF2-0451-0E41-B47E-4FE3D59DF365}" srcOrd="0" destOrd="0" presId="urn:microsoft.com/office/officeart/2005/8/layout/vList2"/>
    <dgm:cxn modelId="{14F59170-42A6-464B-BBE1-3DF0AFB35574}" srcId="{68F46E84-086D-43AE-88FF-1B22672F8617}" destId="{C2E5E9CE-0188-3249-94B5-0AED47A7BEE8}" srcOrd="3" destOrd="0" parTransId="{285399A8-8BFE-CE46-9911-8C61099DA325}" sibTransId="{8068339B-7613-B749-93B5-C442928D7665}"/>
    <dgm:cxn modelId="{07C52276-7100-CB4E-9828-8DFE3DA06CD3}" type="presOf" srcId="{8E412AF2-12B4-9444-B1AE-AD23063A26D3}" destId="{F8C8BCE5-12EC-9B4A-9EA8-0D598E0EB079}" srcOrd="0" destOrd="0" presId="urn:microsoft.com/office/officeart/2005/8/layout/vList2"/>
    <dgm:cxn modelId="{7739B68D-833E-B943-9CA8-1697169E5769}" srcId="{68F46E84-086D-43AE-88FF-1B22672F8617}" destId="{BC68B4E2-D306-4D48-A1F8-317FDDD9ACF5}" srcOrd="1" destOrd="0" parTransId="{8B6A42B7-E7C4-E04E-9271-87622F9ACE23}" sibTransId="{A4403AC4-CB9B-B145-864D-DE9651B3AC48}"/>
    <dgm:cxn modelId="{C7EA22AE-ACDC-6E4A-BEA4-55F070DD3FB8}" srcId="{68F46E84-086D-43AE-88FF-1B22672F8617}" destId="{41CB7240-685C-3448-A83E-CAF3F399D125}" srcOrd="4" destOrd="0" parTransId="{4F6BBF54-4E62-984A-8A97-5F28C6052933}" sibTransId="{4F4B2A1D-0452-0C47-A389-96D5D44F21E5}"/>
    <dgm:cxn modelId="{141163C7-5BCD-4745-824D-6F3B50C9DECD}" srcId="{68F46E84-086D-43AE-88FF-1B22672F8617}" destId="{5CC43E2D-4AE5-3048-B722-35ABF0E06479}" srcOrd="0" destOrd="0" parTransId="{9FE4BE27-9C32-2D45-BFA7-A6200DA428B7}" sibTransId="{A7B7C1A2-BBC6-9848-8CA1-74200D254570}"/>
    <dgm:cxn modelId="{16B360C8-6B4D-6640-8049-8A4FC2412657}" type="presOf" srcId="{41CB7240-685C-3448-A83E-CAF3F399D125}" destId="{892F78AE-5F29-AF4B-8E68-F3414829441C}" srcOrd="0" destOrd="0" presId="urn:microsoft.com/office/officeart/2005/8/layout/vList2"/>
    <dgm:cxn modelId="{DA2574E2-C757-4E4A-8182-08C319545100}" srcId="{68F46E84-086D-43AE-88FF-1B22672F8617}" destId="{8E412AF2-12B4-9444-B1AE-AD23063A26D3}" srcOrd="2" destOrd="0" parTransId="{91545BC6-E6FD-3B44-B4AA-9FE61719104E}" sibTransId="{0E6DC705-BF0E-1F4B-A6E9-B1C0788A8C23}"/>
    <dgm:cxn modelId="{540C931D-78FC-594A-8C13-3904E3B5993B}" type="presParOf" srcId="{BD0A9375-56B7-A541-BF93-B544F78D5D54}" destId="{EFB76808-14BD-E642-A577-4C7F809EBD0C}" srcOrd="0" destOrd="0" presId="urn:microsoft.com/office/officeart/2005/8/layout/vList2"/>
    <dgm:cxn modelId="{4A2551DA-95C3-BC49-A3BE-8C9354C5C97A}" type="presParOf" srcId="{BD0A9375-56B7-A541-BF93-B544F78D5D54}" destId="{75EC4534-32E9-0B48-ADAA-AF6718664511}" srcOrd="1" destOrd="0" presId="urn:microsoft.com/office/officeart/2005/8/layout/vList2"/>
    <dgm:cxn modelId="{4A9F97B6-3E7C-F940-B9B6-B3239C40489A}" type="presParOf" srcId="{BD0A9375-56B7-A541-BF93-B544F78D5D54}" destId="{92751036-AD4F-4143-B663-411532A73A0A}" srcOrd="2" destOrd="0" presId="urn:microsoft.com/office/officeart/2005/8/layout/vList2"/>
    <dgm:cxn modelId="{54F30125-ECB8-C44F-B6FB-DFF8203E2527}" type="presParOf" srcId="{BD0A9375-56B7-A541-BF93-B544F78D5D54}" destId="{1FCF813B-460B-8142-AE9E-A5B1B5DE2D7F}" srcOrd="3" destOrd="0" presId="urn:microsoft.com/office/officeart/2005/8/layout/vList2"/>
    <dgm:cxn modelId="{D4FC7667-BEF9-4943-9127-56D2FAB7BEC1}" type="presParOf" srcId="{BD0A9375-56B7-A541-BF93-B544F78D5D54}" destId="{F8C8BCE5-12EC-9B4A-9EA8-0D598E0EB079}" srcOrd="4" destOrd="0" presId="urn:microsoft.com/office/officeart/2005/8/layout/vList2"/>
    <dgm:cxn modelId="{75F72822-1501-374A-BC0D-305D2A0B408D}" type="presParOf" srcId="{BD0A9375-56B7-A541-BF93-B544F78D5D54}" destId="{4785119D-B6FC-734F-AAD2-9A3168A3BF10}" srcOrd="5" destOrd="0" presId="urn:microsoft.com/office/officeart/2005/8/layout/vList2"/>
    <dgm:cxn modelId="{F4E5CFF9-1B95-C14C-BC02-ACA86816FFE3}" type="presParOf" srcId="{BD0A9375-56B7-A541-BF93-B544F78D5D54}" destId="{DC38BDF2-0451-0E41-B47E-4FE3D59DF365}" srcOrd="6" destOrd="0" presId="urn:microsoft.com/office/officeart/2005/8/layout/vList2"/>
    <dgm:cxn modelId="{2F221B12-B5FB-9A49-8A00-FFC5DCFD142F}" type="presParOf" srcId="{BD0A9375-56B7-A541-BF93-B544F78D5D54}" destId="{8E5BA954-A64D-474D-8DB1-1ACED801E526}" srcOrd="7" destOrd="0" presId="urn:microsoft.com/office/officeart/2005/8/layout/vList2"/>
    <dgm:cxn modelId="{4DA8EBEA-F7BE-8042-8B40-5A1317CD30B9}" type="presParOf" srcId="{BD0A9375-56B7-A541-BF93-B544F78D5D54}" destId="{892F78AE-5F29-AF4B-8E68-F3414829441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896D9E2-97DC-2A4E-9ACB-F711C4902491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Docker &amp; Docker Compose</a:t>
          </a:r>
          <a:r>
            <a:rPr lang="en-US" sz="2500"/>
            <a:t> – Core toolchain for service definition and orchestration</a:t>
          </a:r>
        </a:p>
      </dgm:t>
    </dgm:pt>
    <dgm:pt modelId="{D00766D7-0814-C942-AF3D-FA1F9D1B25EB}" type="parTrans" cxnId="{688AEB24-4D1A-C441-AA84-CE49766820E3}">
      <dgm:prSet/>
      <dgm:spPr/>
      <dgm:t>
        <a:bodyPr/>
        <a:lstStyle/>
        <a:p>
          <a:endParaRPr lang="en-US"/>
        </a:p>
      </dgm:t>
    </dgm:pt>
    <dgm:pt modelId="{1262685A-36A5-9D4D-BA37-4F5CFD78E6DE}" type="sibTrans" cxnId="{688AEB24-4D1A-C441-AA84-CE49766820E3}">
      <dgm:prSet/>
      <dgm:spPr/>
      <dgm:t>
        <a:bodyPr/>
        <a:lstStyle/>
        <a:p>
          <a:endParaRPr lang="en-US"/>
        </a:p>
      </dgm:t>
    </dgm:pt>
    <dgm:pt modelId="{304785D9-0C12-DA46-90D8-D8FE005193D3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Multi-service architecture</a:t>
          </a:r>
        </a:p>
      </dgm:t>
    </dgm:pt>
    <dgm:pt modelId="{564933E9-C519-D04F-BD67-86E4175CE062}" type="parTrans" cxnId="{68DA2267-7D08-7540-810C-C8CCDC2033B5}">
      <dgm:prSet/>
      <dgm:spPr/>
      <dgm:t>
        <a:bodyPr/>
        <a:lstStyle/>
        <a:p>
          <a:endParaRPr lang="en-US"/>
        </a:p>
      </dgm:t>
    </dgm:pt>
    <dgm:pt modelId="{BCAE93EC-289E-1445-823F-99516AA74045}" type="sibTrans" cxnId="{68DA2267-7D08-7540-810C-C8CCDC2033B5}">
      <dgm:prSet/>
      <dgm:spPr/>
      <dgm:t>
        <a:bodyPr/>
        <a:lstStyle/>
        <a:p>
          <a:endParaRPr lang="en-US"/>
        </a:p>
      </dgm:t>
    </dgm:pt>
    <dgm:pt modelId="{E2F6E573-A08B-6B41-8094-FCEC8BCF0148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Inter-service communication via custom networks (tusd-network, mon-net)</a:t>
          </a:r>
        </a:p>
      </dgm:t>
    </dgm:pt>
    <dgm:pt modelId="{CCB8FDCB-0368-1A4E-AB02-DF618245C924}" type="parTrans" cxnId="{C991B7E4-6DCC-324C-A6D6-69DC381D6A30}">
      <dgm:prSet/>
      <dgm:spPr/>
      <dgm:t>
        <a:bodyPr/>
        <a:lstStyle/>
        <a:p>
          <a:endParaRPr lang="en-US"/>
        </a:p>
      </dgm:t>
    </dgm:pt>
    <dgm:pt modelId="{64BCC5D0-C997-3E4A-AB3E-BA57357A636F}" type="sibTrans" cxnId="{C991B7E4-6DCC-324C-A6D6-69DC381D6A30}">
      <dgm:prSet/>
      <dgm:spPr/>
      <dgm:t>
        <a:bodyPr/>
        <a:lstStyle/>
        <a:p>
          <a:endParaRPr lang="en-US"/>
        </a:p>
      </dgm:t>
    </dgm:pt>
    <dgm:pt modelId="{C726D5A7-336F-9B46-97E3-F6D2EB9B4544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Mounting local directories for live development</a:t>
          </a:r>
        </a:p>
      </dgm:t>
    </dgm:pt>
    <dgm:pt modelId="{539BCCE5-D5C5-E84E-8248-EC7D9C404C92}" type="parTrans" cxnId="{028AAB2A-A221-B649-BFCB-E786FC3D1D88}">
      <dgm:prSet/>
      <dgm:spPr/>
      <dgm:t>
        <a:bodyPr/>
        <a:lstStyle/>
        <a:p>
          <a:endParaRPr lang="en-US"/>
        </a:p>
      </dgm:t>
    </dgm:pt>
    <dgm:pt modelId="{ABB1496E-CA48-904B-8995-74E4E99CF7DE}" type="sibTrans" cxnId="{028AAB2A-A221-B649-BFCB-E786FC3D1D88}">
      <dgm:prSet/>
      <dgm:spPr/>
      <dgm:t>
        <a:bodyPr/>
        <a:lstStyle/>
        <a:p>
          <a:endParaRPr lang="en-US"/>
        </a:p>
      </dgm:t>
    </dgm:pt>
    <dgm:pt modelId="{AB19E007-C23B-4145-9E1C-364447EB6F9E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US" sz="2000"/>
            <a:t>Enabling:</a:t>
          </a:r>
        </a:p>
      </dgm:t>
    </dgm:pt>
    <dgm:pt modelId="{17F83B41-DC41-A643-8F33-C7976BE9101F}" type="parTrans" cxnId="{16F01489-3FCC-4149-B346-6B856E2F9777}">
      <dgm:prSet/>
      <dgm:spPr/>
      <dgm:t>
        <a:bodyPr/>
        <a:lstStyle/>
        <a:p>
          <a:endParaRPr lang="en-US"/>
        </a:p>
      </dgm:t>
    </dgm:pt>
    <dgm:pt modelId="{A4B08AE2-FF97-5544-858F-0E9AE63A1CAF}" type="sibTrans" cxnId="{16F01489-3FCC-4149-B346-6B856E2F9777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C2A5E480-A3EC-E944-8452-844056D74188}" type="pres">
      <dgm:prSet presAssocID="{B896D9E2-97DC-2A4E-9ACB-F711C490249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B7D7B7-B7B8-D84D-935A-3C8012C95FCC}" type="pres">
      <dgm:prSet presAssocID="{B896D9E2-97DC-2A4E-9ACB-F711C4902491}" presName="childText" presStyleLbl="revTx" presStyleIdx="0" presStyleCnt="1" custLinFactNeighborY="14776">
        <dgm:presLayoutVars>
          <dgm:bulletEnabled val="1"/>
        </dgm:presLayoutVars>
      </dgm:prSet>
      <dgm:spPr/>
    </dgm:pt>
  </dgm:ptLst>
  <dgm:cxnLst>
    <dgm:cxn modelId="{52DC641C-D9B9-C648-8780-768909376E86}" type="presOf" srcId="{AB19E007-C23B-4145-9E1C-364447EB6F9E}" destId="{D8B7D7B7-B7B8-D84D-935A-3C8012C95FCC}" srcOrd="0" destOrd="0" presId="urn:microsoft.com/office/officeart/2005/8/layout/vList2"/>
    <dgm:cxn modelId="{688AEB24-4D1A-C441-AA84-CE49766820E3}" srcId="{68F46E84-086D-43AE-88FF-1B22672F8617}" destId="{B896D9E2-97DC-2A4E-9ACB-F711C4902491}" srcOrd="0" destOrd="0" parTransId="{D00766D7-0814-C942-AF3D-FA1F9D1B25EB}" sibTransId="{1262685A-36A5-9D4D-BA37-4F5CFD78E6DE}"/>
    <dgm:cxn modelId="{028AAB2A-A221-B649-BFCB-E786FC3D1D88}" srcId="{B896D9E2-97DC-2A4E-9ACB-F711C4902491}" destId="{C726D5A7-336F-9B46-97E3-F6D2EB9B4544}" srcOrd="3" destOrd="0" parTransId="{539BCCE5-D5C5-E84E-8248-EC7D9C404C92}" sibTransId="{ABB1496E-CA48-904B-8995-74E4E99CF7DE}"/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B5D21A65-B7E9-AC40-AD52-AB2C9428C90D}" type="presOf" srcId="{304785D9-0C12-DA46-90D8-D8FE005193D3}" destId="{D8B7D7B7-B7B8-D84D-935A-3C8012C95FCC}" srcOrd="0" destOrd="1" presId="urn:microsoft.com/office/officeart/2005/8/layout/vList2"/>
    <dgm:cxn modelId="{68DA2267-7D08-7540-810C-C8CCDC2033B5}" srcId="{B896D9E2-97DC-2A4E-9ACB-F711C4902491}" destId="{304785D9-0C12-DA46-90D8-D8FE005193D3}" srcOrd="1" destOrd="0" parTransId="{564933E9-C519-D04F-BD67-86E4175CE062}" sibTransId="{BCAE93EC-289E-1445-823F-99516AA74045}"/>
    <dgm:cxn modelId="{7071916A-42DA-1F4A-BC4F-1028E70214EF}" type="presOf" srcId="{B896D9E2-97DC-2A4E-9ACB-F711C4902491}" destId="{C2A5E480-A3EC-E944-8452-844056D74188}" srcOrd="0" destOrd="0" presId="urn:microsoft.com/office/officeart/2005/8/layout/vList2"/>
    <dgm:cxn modelId="{16F01489-3FCC-4149-B346-6B856E2F9777}" srcId="{B896D9E2-97DC-2A4E-9ACB-F711C4902491}" destId="{AB19E007-C23B-4145-9E1C-364447EB6F9E}" srcOrd="0" destOrd="0" parTransId="{17F83B41-DC41-A643-8F33-C7976BE9101F}" sibTransId="{A4B08AE2-FF97-5544-858F-0E9AE63A1CAF}"/>
    <dgm:cxn modelId="{62C9CC8A-24D7-954D-A388-CAA1E86FE2F9}" type="presOf" srcId="{E2F6E573-A08B-6B41-8094-FCEC8BCF0148}" destId="{D8B7D7B7-B7B8-D84D-935A-3C8012C95FCC}" srcOrd="0" destOrd="2" presId="urn:microsoft.com/office/officeart/2005/8/layout/vList2"/>
    <dgm:cxn modelId="{2758BF8E-4F84-CA45-8CBC-E6BA1B77D6F1}" type="presOf" srcId="{C726D5A7-336F-9B46-97E3-F6D2EB9B4544}" destId="{D8B7D7B7-B7B8-D84D-935A-3C8012C95FCC}" srcOrd="0" destOrd="3" presId="urn:microsoft.com/office/officeart/2005/8/layout/vList2"/>
    <dgm:cxn modelId="{C991B7E4-6DCC-324C-A6D6-69DC381D6A30}" srcId="{B896D9E2-97DC-2A4E-9ACB-F711C4902491}" destId="{E2F6E573-A08B-6B41-8094-FCEC8BCF0148}" srcOrd="2" destOrd="0" parTransId="{CCB8FDCB-0368-1A4E-AB02-DF618245C924}" sibTransId="{64BCC5D0-C997-3E4A-AB3E-BA57357A636F}"/>
    <dgm:cxn modelId="{8614734B-FBD9-2A4A-B213-33B21085C321}" type="presParOf" srcId="{BD0A9375-56B7-A541-BF93-B544F78D5D54}" destId="{C2A5E480-A3EC-E944-8452-844056D74188}" srcOrd="0" destOrd="0" presId="urn:microsoft.com/office/officeart/2005/8/layout/vList2"/>
    <dgm:cxn modelId="{472F15F9-8E9C-D540-A6BD-637A06A7EA34}" type="presParOf" srcId="{BD0A9375-56B7-A541-BF93-B544F78D5D54}" destId="{D8B7D7B7-B7B8-D84D-935A-3C8012C95FC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34919-4E27-A049-8590-1F7A97884EAE}">
      <dsp:nvSpPr>
        <dsp:cNvPr id="0" name=""/>
        <dsp:cNvSpPr/>
      </dsp:nvSpPr>
      <dsp:spPr>
        <a:xfrm>
          <a:off x="0" y="0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B9A6C-F47D-C041-88D1-331A0D9DE1F5}">
      <dsp:nvSpPr>
        <dsp:cNvPr id="0" name=""/>
        <dsp:cNvSpPr/>
      </dsp:nvSpPr>
      <dsp:spPr>
        <a:xfrm>
          <a:off x="0" y="0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Human Error</a:t>
          </a:r>
          <a:r>
            <a:rPr lang="en-US" sz="2500" kern="1200"/>
            <a:t>: Manual deployment and configuration increases the risk of mistakes, such as incorrect environment settings or misconfigured services.</a:t>
          </a:r>
        </a:p>
      </dsp:txBody>
      <dsp:txXfrm>
        <a:off x="0" y="0"/>
        <a:ext cx="7442201" cy="1350071"/>
      </dsp:txXfrm>
    </dsp:sp>
    <dsp:sp modelId="{A6AF4FCA-D978-064C-8CC5-16DA4266E73B}">
      <dsp:nvSpPr>
        <dsp:cNvPr id="0" name=""/>
        <dsp:cNvSpPr/>
      </dsp:nvSpPr>
      <dsp:spPr>
        <a:xfrm>
          <a:off x="0" y="1350071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20327-45DB-CE4E-BAA8-9215CBC37298}">
      <dsp:nvSpPr>
        <dsp:cNvPr id="0" name=""/>
        <dsp:cNvSpPr/>
      </dsp:nvSpPr>
      <dsp:spPr>
        <a:xfrm>
          <a:off x="0" y="1350071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Deployment Inconsistency</a:t>
          </a:r>
          <a:r>
            <a:rPr lang="en-US" sz="2500" kern="1200"/>
            <a:t>: Without automation, it’s hard to guarantee that each deployment is identical, leading to unpredictable bugs and behavior.</a:t>
          </a:r>
        </a:p>
      </dsp:txBody>
      <dsp:txXfrm>
        <a:off x="0" y="1350071"/>
        <a:ext cx="7442201" cy="1350071"/>
      </dsp:txXfrm>
    </dsp:sp>
    <dsp:sp modelId="{B9654A4B-56C5-0344-BAF8-32B3B1CA8283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CB91A-CA7F-184C-B66A-21D0192865EB}">
      <dsp:nvSpPr>
        <dsp:cNvPr id="0" name=""/>
        <dsp:cNvSpPr/>
      </dsp:nvSpPr>
      <dsp:spPr>
        <a:xfrm>
          <a:off x="0" y="2700142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Downtime During Updates</a:t>
          </a:r>
          <a:r>
            <a:rPr lang="en-US" sz="2500" kern="1200"/>
            <a:t>: Manual changes to services like nginx can cause temporary service outages or downtime during reloads.</a:t>
          </a:r>
        </a:p>
      </dsp:txBody>
      <dsp:txXfrm>
        <a:off x="0" y="2700142"/>
        <a:ext cx="7442201" cy="1350071"/>
      </dsp:txXfrm>
    </dsp:sp>
    <dsp:sp modelId="{95CFB330-D77A-9F4A-B362-4481055672A3}">
      <dsp:nvSpPr>
        <dsp:cNvPr id="0" name=""/>
        <dsp:cNvSpPr/>
      </dsp:nvSpPr>
      <dsp:spPr>
        <a:xfrm>
          <a:off x="0" y="4050213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48DAE-FAC9-C14E-8F9A-E3D16577DCF6}">
      <dsp:nvSpPr>
        <dsp:cNvPr id="0" name=""/>
        <dsp:cNvSpPr/>
      </dsp:nvSpPr>
      <dsp:spPr>
        <a:xfrm>
          <a:off x="0" y="4050213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Compatibility Issues</a:t>
          </a:r>
          <a:r>
            <a:rPr lang="en-US" sz="2500" kern="1200"/>
            <a:t>: Integrating new services (e.g., tusd) without structured workflows may introduce version conflicts or misalignments.</a:t>
          </a:r>
        </a:p>
      </dsp:txBody>
      <dsp:txXfrm>
        <a:off x="0" y="4050213"/>
        <a:ext cx="7442201" cy="13500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34919-4E27-A049-8590-1F7A97884EAE}">
      <dsp:nvSpPr>
        <dsp:cNvPr id="0" name=""/>
        <dsp:cNvSpPr/>
      </dsp:nvSpPr>
      <dsp:spPr>
        <a:xfrm>
          <a:off x="0" y="2494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B9A6C-F47D-C041-88D1-331A0D9DE1F5}">
      <dsp:nvSpPr>
        <dsp:cNvPr id="0" name=""/>
        <dsp:cNvSpPr/>
      </dsp:nvSpPr>
      <dsp:spPr>
        <a:xfrm>
          <a:off x="0" y="2494"/>
          <a:ext cx="7434933" cy="15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Lack of Scalability</a:t>
          </a:r>
          <a:r>
            <a:rPr lang="en-US" sz="2500" kern="1200"/>
            <a:t>: Without automated scaling, the system cannot respond dynamically to changes in demand, leading to performance bottlenecks or resource waste.</a:t>
          </a:r>
        </a:p>
      </dsp:txBody>
      <dsp:txXfrm>
        <a:off x="0" y="2494"/>
        <a:ext cx="7434933" cy="1519113"/>
      </dsp:txXfrm>
    </dsp:sp>
    <dsp:sp modelId="{A6AF4FCA-D978-064C-8CC5-16DA4266E73B}">
      <dsp:nvSpPr>
        <dsp:cNvPr id="0" name=""/>
        <dsp:cNvSpPr/>
      </dsp:nvSpPr>
      <dsp:spPr>
        <a:xfrm>
          <a:off x="0" y="1521608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20327-45DB-CE4E-BAA8-9215CBC37298}">
      <dsp:nvSpPr>
        <dsp:cNvPr id="0" name=""/>
        <dsp:cNvSpPr/>
      </dsp:nvSpPr>
      <dsp:spPr>
        <a:xfrm>
          <a:off x="0" y="1521608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Inefficient Rollbacks</a:t>
          </a:r>
          <a:r>
            <a:rPr lang="en-US" sz="2500" kern="1200"/>
            <a:t>: In the case of a failed deployment, manually rolling back is slow and error-prone.</a:t>
          </a:r>
        </a:p>
      </dsp:txBody>
      <dsp:txXfrm>
        <a:off x="0" y="1521608"/>
        <a:ext cx="7442201" cy="1292060"/>
      </dsp:txXfrm>
    </dsp:sp>
    <dsp:sp modelId="{B9654A4B-56C5-0344-BAF8-32B3B1CA8283}">
      <dsp:nvSpPr>
        <dsp:cNvPr id="0" name=""/>
        <dsp:cNvSpPr/>
      </dsp:nvSpPr>
      <dsp:spPr>
        <a:xfrm>
          <a:off x="0" y="2813668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CB91A-CA7F-184C-B66A-21D0192865EB}">
      <dsp:nvSpPr>
        <dsp:cNvPr id="0" name=""/>
        <dsp:cNvSpPr/>
      </dsp:nvSpPr>
      <dsp:spPr>
        <a:xfrm>
          <a:off x="0" y="2813668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Poor Observability</a:t>
          </a:r>
          <a:r>
            <a:rPr lang="en-US" sz="2500" kern="1200"/>
            <a:t>: Without monitoring integration, diagnosing issues requires digging through logs manually, which slows down incident response.</a:t>
          </a:r>
        </a:p>
      </dsp:txBody>
      <dsp:txXfrm>
        <a:off x="0" y="2813668"/>
        <a:ext cx="7442201" cy="1292060"/>
      </dsp:txXfrm>
    </dsp:sp>
    <dsp:sp modelId="{95CFB330-D77A-9F4A-B362-4481055672A3}">
      <dsp:nvSpPr>
        <dsp:cNvPr id="0" name=""/>
        <dsp:cNvSpPr/>
      </dsp:nvSpPr>
      <dsp:spPr>
        <a:xfrm>
          <a:off x="0" y="4105729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48DAE-FAC9-C14E-8F9A-E3D16577DCF6}">
      <dsp:nvSpPr>
        <dsp:cNvPr id="0" name=""/>
        <dsp:cNvSpPr/>
      </dsp:nvSpPr>
      <dsp:spPr>
        <a:xfrm>
          <a:off x="0" y="4105729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Onboarding Complexity</a:t>
          </a:r>
          <a:r>
            <a:rPr lang="en-US" sz="2500" kern="1200"/>
            <a:t>: New team members face a steep learning curve when deploying or debugging the system manually.</a:t>
          </a:r>
        </a:p>
      </dsp:txBody>
      <dsp:txXfrm>
        <a:off x="0" y="4105729"/>
        <a:ext cx="7442201" cy="1292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94751-93B2-884A-8AD9-3804C5B818D5}">
      <dsp:nvSpPr>
        <dsp:cNvPr id="0" name=""/>
        <dsp:cNvSpPr/>
      </dsp:nvSpPr>
      <dsp:spPr>
        <a:xfrm>
          <a:off x="0" y="26016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CI/CD Pipeline</a:t>
          </a:r>
          <a:endParaRPr lang="en-US" sz="2500" kern="1200"/>
        </a:p>
      </dsp:txBody>
      <dsp:txXfrm>
        <a:off x="29271" y="55287"/>
        <a:ext cx="7383659" cy="541083"/>
      </dsp:txXfrm>
    </dsp:sp>
    <dsp:sp modelId="{49D0C52D-6422-2D4E-99D2-7CEFA2729C51}">
      <dsp:nvSpPr>
        <dsp:cNvPr id="0" name=""/>
        <dsp:cNvSpPr/>
      </dsp:nvSpPr>
      <dsp:spPr>
        <a:xfrm>
          <a:off x="0" y="625641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Automate backend deployments using continuous integration and delivery tools (e.g., GitHub Actions, GitLab CI, or Jenkins) to ensure consistency and reduce manual intervention.</a:t>
          </a:r>
        </a:p>
      </dsp:txBody>
      <dsp:txXfrm>
        <a:off x="0" y="625641"/>
        <a:ext cx="7442201" cy="879750"/>
      </dsp:txXfrm>
    </dsp:sp>
    <dsp:sp modelId="{8085F0B2-AA40-3F47-A447-E4AE7D866037}">
      <dsp:nvSpPr>
        <dsp:cNvPr id="0" name=""/>
        <dsp:cNvSpPr/>
      </dsp:nvSpPr>
      <dsp:spPr>
        <a:xfrm>
          <a:off x="0" y="15053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Rollback Mechanisms</a:t>
          </a:r>
          <a:endParaRPr lang="en-US" sz="2500" kern="1200"/>
        </a:p>
      </dsp:txBody>
      <dsp:txXfrm>
        <a:off x="29271" y="1534663"/>
        <a:ext cx="7383659" cy="541083"/>
      </dsp:txXfrm>
    </dsp:sp>
    <dsp:sp modelId="{90D7D6C0-421D-A04E-885A-31445D032F47}">
      <dsp:nvSpPr>
        <dsp:cNvPr id="0" name=""/>
        <dsp:cNvSpPr/>
      </dsp:nvSpPr>
      <dsp:spPr>
        <a:xfrm>
          <a:off x="0" y="210501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Incorporate version tagging and automated rollback steps in the CI/CD process to quickly revert faulty deployments.</a:t>
          </a:r>
        </a:p>
      </dsp:txBody>
      <dsp:txXfrm>
        <a:off x="0" y="2105017"/>
        <a:ext cx="7442201" cy="595125"/>
      </dsp:txXfrm>
    </dsp:sp>
    <dsp:sp modelId="{EC383ADB-CFEF-E746-8D56-76E58108551F}">
      <dsp:nvSpPr>
        <dsp:cNvPr id="0" name=""/>
        <dsp:cNvSpPr/>
      </dsp:nvSpPr>
      <dsp:spPr>
        <a:xfrm>
          <a:off x="0" y="270014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Dynamic nginx Configuration Reloads</a:t>
          </a:r>
          <a:endParaRPr lang="en-US" sz="2500" kern="1200"/>
        </a:p>
      </dsp:txBody>
      <dsp:txXfrm>
        <a:off x="29271" y="2729413"/>
        <a:ext cx="7383659" cy="541083"/>
      </dsp:txXfrm>
    </dsp:sp>
    <dsp:sp modelId="{A993C0B8-A411-B742-A55B-F4255DC60626}">
      <dsp:nvSpPr>
        <dsp:cNvPr id="0" name=""/>
        <dsp:cNvSpPr/>
      </dsp:nvSpPr>
      <dsp:spPr>
        <a:xfrm>
          <a:off x="0" y="3299767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Use automation tools or hot-reloading strategies (like nginx -s reload or configuration templates) to update routes without downtime.</a:t>
          </a:r>
        </a:p>
      </dsp:txBody>
      <dsp:txXfrm>
        <a:off x="0" y="3299767"/>
        <a:ext cx="7442201" cy="879750"/>
      </dsp:txXfrm>
    </dsp:sp>
    <dsp:sp modelId="{13FD927C-E1A2-F64E-8780-9DD7A30ED430}">
      <dsp:nvSpPr>
        <dsp:cNvPr id="0" name=""/>
        <dsp:cNvSpPr/>
      </dsp:nvSpPr>
      <dsp:spPr>
        <a:xfrm>
          <a:off x="0" y="4179517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Infrastructure as Code (IaC)</a:t>
          </a:r>
          <a:endParaRPr lang="en-US" sz="2500" kern="1200"/>
        </a:p>
      </dsp:txBody>
      <dsp:txXfrm>
        <a:off x="29271" y="4208788"/>
        <a:ext cx="7383659" cy="541083"/>
      </dsp:txXfrm>
    </dsp:sp>
    <dsp:sp modelId="{3CE68AC4-31BD-AA48-A5AB-5BDE8241C643}">
      <dsp:nvSpPr>
        <dsp:cNvPr id="0" name=""/>
        <dsp:cNvSpPr/>
      </dsp:nvSpPr>
      <dsp:spPr>
        <a:xfrm>
          <a:off x="0" y="4779142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Define service configurations (e.g., using Docker Compose) to make deployments reproducible and version-controlled.</a:t>
          </a:r>
        </a:p>
      </dsp:txBody>
      <dsp:txXfrm>
        <a:off x="0" y="4779142"/>
        <a:ext cx="7442201" cy="595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50CC9-B30F-9B48-8083-1AB5DD76F4FC}">
      <dsp:nvSpPr>
        <dsp:cNvPr id="0" name=""/>
        <dsp:cNvSpPr/>
      </dsp:nvSpPr>
      <dsp:spPr>
        <a:xfrm>
          <a:off x="0" y="26016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Health Monitoring Stack</a:t>
          </a:r>
          <a:endParaRPr lang="en-US" sz="2500" kern="1200"/>
        </a:p>
      </dsp:txBody>
      <dsp:txXfrm>
        <a:off x="29271" y="55287"/>
        <a:ext cx="7383659" cy="541083"/>
      </dsp:txXfrm>
    </dsp:sp>
    <dsp:sp modelId="{943DE86F-31D8-9E43-B882-D92775AFBB50}">
      <dsp:nvSpPr>
        <dsp:cNvPr id="0" name=""/>
        <dsp:cNvSpPr/>
      </dsp:nvSpPr>
      <dsp:spPr>
        <a:xfrm>
          <a:off x="0" y="625641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Integrate a monitoring stack (e.g., Prometheus + Grafana + cAdvisor) to track system metrics, visualize performance, and alert on anomalies.</a:t>
          </a:r>
        </a:p>
      </dsp:txBody>
      <dsp:txXfrm>
        <a:off x="0" y="625641"/>
        <a:ext cx="7442201" cy="879750"/>
      </dsp:txXfrm>
    </dsp:sp>
    <dsp:sp modelId="{3501196F-C355-AC45-BF53-0BC9C77B8E8E}">
      <dsp:nvSpPr>
        <dsp:cNvPr id="0" name=""/>
        <dsp:cNvSpPr/>
      </dsp:nvSpPr>
      <dsp:spPr>
        <a:xfrm>
          <a:off x="0" y="15053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Containerization</a:t>
          </a:r>
          <a:endParaRPr lang="en-US" sz="2500" kern="1200"/>
        </a:p>
      </dsp:txBody>
      <dsp:txXfrm>
        <a:off x="29271" y="1534663"/>
        <a:ext cx="7383659" cy="541083"/>
      </dsp:txXfrm>
    </dsp:sp>
    <dsp:sp modelId="{E7A6A8F7-A4A2-934E-AAC1-3EA1B1D841F6}">
      <dsp:nvSpPr>
        <dsp:cNvPr id="0" name=""/>
        <dsp:cNvSpPr/>
      </dsp:nvSpPr>
      <dsp:spPr>
        <a:xfrm>
          <a:off x="0" y="210501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Containerize all services to ensure environment consistency and simplify dependency management across environments.</a:t>
          </a:r>
        </a:p>
      </dsp:txBody>
      <dsp:txXfrm>
        <a:off x="0" y="2105017"/>
        <a:ext cx="7442201" cy="595125"/>
      </dsp:txXfrm>
    </dsp:sp>
    <dsp:sp modelId="{2353AFE2-C76A-3F42-93B8-2120AD0D3D85}">
      <dsp:nvSpPr>
        <dsp:cNvPr id="0" name=""/>
        <dsp:cNvSpPr/>
      </dsp:nvSpPr>
      <dsp:spPr>
        <a:xfrm>
          <a:off x="0" y="270014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Auto-Scaling Readiness</a:t>
          </a:r>
          <a:endParaRPr lang="en-US" sz="2500" kern="1200"/>
        </a:p>
      </dsp:txBody>
      <dsp:txXfrm>
        <a:off x="29271" y="2729413"/>
        <a:ext cx="7383659" cy="541083"/>
      </dsp:txXfrm>
    </dsp:sp>
    <dsp:sp modelId="{AA021EBD-51A8-F646-8A19-5E47E14B82A2}">
      <dsp:nvSpPr>
        <dsp:cNvPr id="0" name=""/>
        <dsp:cNvSpPr/>
      </dsp:nvSpPr>
      <dsp:spPr>
        <a:xfrm>
          <a:off x="0" y="329976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Design the architecture to be compatible with Kubernetes, enabling horizontal or vertical scaling in future iterations.</a:t>
          </a:r>
        </a:p>
      </dsp:txBody>
      <dsp:txXfrm>
        <a:off x="0" y="3299767"/>
        <a:ext cx="7442201" cy="595125"/>
      </dsp:txXfrm>
    </dsp:sp>
    <dsp:sp modelId="{895FDC7D-0A52-104A-87C4-E5A84F4AB516}">
      <dsp:nvSpPr>
        <dsp:cNvPr id="0" name=""/>
        <dsp:cNvSpPr/>
      </dsp:nvSpPr>
      <dsp:spPr>
        <a:xfrm>
          <a:off x="0" y="38948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Service Discovery &amp; Health Checks</a:t>
          </a:r>
          <a:endParaRPr lang="en-US" sz="2500" kern="1200"/>
        </a:p>
      </dsp:txBody>
      <dsp:txXfrm>
        <a:off x="29271" y="3924163"/>
        <a:ext cx="7383659" cy="541083"/>
      </dsp:txXfrm>
    </dsp:sp>
    <dsp:sp modelId="{5518EAEB-8A70-1C42-95FB-0A46462E55E1}">
      <dsp:nvSpPr>
        <dsp:cNvPr id="0" name=""/>
        <dsp:cNvSpPr/>
      </dsp:nvSpPr>
      <dsp:spPr>
        <a:xfrm>
          <a:off x="0" y="4494517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Implement service discovery and health checks (e.g., via nginx, load balancers, or K8s probes) to route traffic only to healthy instances.</a:t>
          </a:r>
        </a:p>
      </dsp:txBody>
      <dsp:txXfrm>
        <a:off x="0" y="4494517"/>
        <a:ext cx="7442201" cy="879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BBA6A-9E20-334B-97C2-70C2714DE5B4}">
      <dsp:nvSpPr>
        <dsp:cNvPr id="0" name=""/>
        <dsp:cNvSpPr/>
      </dsp:nvSpPr>
      <dsp:spPr>
        <a:xfrm>
          <a:off x="0" y="150646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Rust App</a:t>
          </a:r>
          <a:r>
            <a:rPr lang="en-US" sz="2500" kern="1200"/>
            <a:t> – Main backend logic, handling uploads and processing.</a:t>
          </a:r>
        </a:p>
      </dsp:txBody>
      <dsp:txXfrm>
        <a:off x="64789" y="215435"/>
        <a:ext cx="5585422" cy="1197640"/>
      </dsp:txXfrm>
    </dsp:sp>
    <dsp:sp modelId="{3A2BC49F-CB9D-704D-B7E6-BA32EA21CA97}">
      <dsp:nvSpPr>
        <dsp:cNvPr id="0" name=""/>
        <dsp:cNvSpPr/>
      </dsp:nvSpPr>
      <dsp:spPr>
        <a:xfrm>
          <a:off x="0" y="1549865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 err="1"/>
            <a:t>tusd</a:t>
          </a:r>
          <a:r>
            <a:rPr lang="en-US" sz="2500" kern="1200" dirty="0"/>
            <a:t> – Resumable upload server implementing the TUS protocol with webhook hooks into the Rust backend.</a:t>
          </a:r>
        </a:p>
      </dsp:txBody>
      <dsp:txXfrm>
        <a:off x="64789" y="1614654"/>
        <a:ext cx="5585422" cy="1197640"/>
      </dsp:txXfrm>
    </dsp:sp>
    <dsp:sp modelId="{9C76D54E-7671-3645-B576-E9346AF37A75}">
      <dsp:nvSpPr>
        <dsp:cNvPr id="0" name=""/>
        <dsp:cNvSpPr/>
      </dsp:nvSpPr>
      <dsp:spPr>
        <a:xfrm>
          <a:off x="0" y="2949084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Workers </a:t>
          </a:r>
          <a:r>
            <a:rPr lang="en-US" sz="2500" kern="1200" dirty="0"/>
            <a:t>– ML Models tailored to the business need</a:t>
          </a:r>
        </a:p>
      </dsp:txBody>
      <dsp:txXfrm>
        <a:off x="64789" y="3013873"/>
        <a:ext cx="5585422" cy="1197640"/>
      </dsp:txXfrm>
    </dsp:sp>
    <dsp:sp modelId="{145B3449-F233-E946-A85E-EC2500A18ACF}">
      <dsp:nvSpPr>
        <dsp:cNvPr id="0" name=""/>
        <dsp:cNvSpPr/>
      </dsp:nvSpPr>
      <dsp:spPr>
        <a:xfrm>
          <a:off x="0" y="4276303"/>
          <a:ext cx="5715000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451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Caption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Quality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Transcription</a:t>
          </a:r>
        </a:p>
      </dsp:txBody>
      <dsp:txXfrm>
        <a:off x="0" y="4276303"/>
        <a:ext cx="5715000" cy="9832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3F459-0A74-4641-8D1B-900EBE37C254}">
      <dsp:nvSpPr>
        <dsp:cNvPr id="0" name=""/>
        <dsp:cNvSpPr/>
      </dsp:nvSpPr>
      <dsp:spPr>
        <a:xfrm>
          <a:off x="0" y="1849537"/>
          <a:ext cx="5715000" cy="17111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Nginx (OpenResty)</a:t>
          </a:r>
          <a:r>
            <a:rPr lang="en-US" sz="2500" kern="1200"/>
            <a:t> – Acts as a reverse proxy to route external traffic to internal services, with future support for SSL and stub_status for metrics.</a:t>
          </a:r>
        </a:p>
      </dsp:txBody>
      <dsp:txXfrm>
        <a:off x="83530" y="1933067"/>
        <a:ext cx="5547940" cy="15440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76808-14BD-E642-A577-4C7F809EBD0C}">
      <dsp:nvSpPr>
        <dsp:cNvPr id="0" name=""/>
        <dsp:cNvSpPr/>
      </dsp:nvSpPr>
      <dsp:spPr>
        <a:xfrm>
          <a:off x="0" y="2125"/>
          <a:ext cx="6057176" cy="10718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Prometheus</a:t>
          </a:r>
          <a:r>
            <a:rPr lang="en-US" sz="2500" kern="1200"/>
            <a:t> – Collects system and application metrics from exporters.</a:t>
          </a:r>
        </a:p>
      </dsp:txBody>
      <dsp:txXfrm>
        <a:off x="52322" y="54447"/>
        <a:ext cx="5952532" cy="967185"/>
      </dsp:txXfrm>
    </dsp:sp>
    <dsp:sp modelId="{92751036-AD4F-4143-B663-411532A73A0A}">
      <dsp:nvSpPr>
        <dsp:cNvPr id="0" name=""/>
        <dsp:cNvSpPr/>
      </dsp:nvSpPr>
      <dsp:spPr>
        <a:xfrm>
          <a:off x="0" y="1085655"/>
          <a:ext cx="6057176" cy="10718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Grafana</a:t>
          </a:r>
          <a:r>
            <a:rPr lang="en-US" sz="2500" kern="1200"/>
            <a:t> – Dashboards and alerting based on Prometheus metrics.</a:t>
          </a:r>
        </a:p>
      </dsp:txBody>
      <dsp:txXfrm>
        <a:off x="52322" y="1137977"/>
        <a:ext cx="5952532" cy="967185"/>
      </dsp:txXfrm>
    </dsp:sp>
    <dsp:sp modelId="{F8C8BCE5-12EC-9B4A-9EA8-0D598E0EB079}">
      <dsp:nvSpPr>
        <dsp:cNvPr id="0" name=""/>
        <dsp:cNvSpPr/>
      </dsp:nvSpPr>
      <dsp:spPr>
        <a:xfrm>
          <a:off x="0" y="2169185"/>
          <a:ext cx="6057176" cy="10718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cAdvisor</a:t>
          </a:r>
          <a:r>
            <a:rPr lang="en-US" sz="2500" kern="1200"/>
            <a:t> – Provides detailed container-level resource usage metrics.</a:t>
          </a:r>
        </a:p>
      </dsp:txBody>
      <dsp:txXfrm>
        <a:off x="52322" y="2221507"/>
        <a:ext cx="5952532" cy="967185"/>
      </dsp:txXfrm>
    </dsp:sp>
    <dsp:sp modelId="{DC38BDF2-0451-0E41-B47E-4FE3D59DF365}">
      <dsp:nvSpPr>
        <dsp:cNvPr id="0" name=""/>
        <dsp:cNvSpPr/>
      </dsp:nvSpPr>
      <dsp:spPr>
        <a:xfrm>
          <a:off x="0" y="3252714"/>
          <a:ext cx="6057176" cy="10718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nginx-exporter</a:t>
          </a:r>
          <a:r>
            <a:rPr lang="en-US" sz="2500" kern="1200"/>
            <a:t> – Exposes Nginx metrics (e.g., requests per second, connections) to Prometheus</a:t>
          </a:r>
          <a:r>
            <a:rPr lang="en-US" sz="2000" kern="1200"/>
            <a:t>.</a:t>
          </a:r>
        </a:p>
      </dsp:txBody>
      <dsp:txXfrm>
        <a:off x="52322" y="3305036"/>
        <a:ext cx="5952532" cy="967185"/>
      </dsp:txXfrm>
    </dsp:sp>
    <dsp:sp modelId="{892F78AE-5F29-AF4B-8E68-F3414829441C}">
      <dsp:nvSpPr>
        <dsp:cNvPr id="0" name=""/>
        <dsp:cNvSpPr/>
      </dsp:nvSpPr>
      <dsp:spPr>
        <a:xfrm>
          <a:off x="0" y="4336244"/>
          <a:ext cx="6057176" cy="10718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u="none" kern="1200"/>
            <a:t>rust-prometheus </a:t>
          </a:r>
          <a:r>
            <a:rPr lang="en-US" sz="2500" kern="1200"/>
            <a:t>– Export app metrics to Prometheus.</a:t>
          </a:r>
        </a:p>
      </dsp:txBody>
      <dsp:txXfrm>
        <a:off x="52322" y="4388566"/>
        <a:ext cx="5952532" cy="9671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5E480-A3EC-E944-8452-844056D74188}">
      <dsp:nvSpPr>
        <dsp:cNvPr id="0" name=""/>
        <dsp:cNvSpPr/>
      </dsp:nvSpPr>
      <dsp:spPr>
        <a:xfrm>
          <a:off x="0" y="1266000"/>
          <a:ext cx="6057176" cy="13308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Docker &amp; Docker Compose</a:t>
          </a:r>
          <a:r>
            <a:rPr lang="en-US" sz="2500" kern="1200"/>
            <a:t> – Core toolchain for service definition and orchestration</a:t>
          </a:r>
        </a:p>
      </dsp:txBody>
      <dsp:txXfrm>
        <a:off x="64968" y="1330968"/>
        <a:ext cx="5927240" cy="1200939"/>
      </dsp:txXfrm>
    </dsp:sp>
    <dsp:sp modelId="{D8B7D7B7-B7B8-D84D-935A-3C8012C95FCC}">
      <dsp:nvSpPr>
        <dsp:cNvPr id="0" name=""/>
        <dsp:cNvSpPr/>
      </dsp:nvSpPr>
      <dsp:spPr>
        <a:xfrm>
          <a:off x="0" y="2793525"/>
          <a:ext cx="6057176" cy="1547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315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2000" kern="1200"/>
            <a:t>Enabling: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Multi-service architecture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Inter-service communication via custom networks (tusd-network, mon-net)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Mounting local directories for live development</a:t>
          </a:r>
        </a:p>
      </dsp:txBody>
      <dsp:txXfrm>
        <a:off x="0" y="2793525"/>
        <a:ext cx="6057176" cy="1547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0EABF-BE9D-324A-82C0-F1535A2BA39F}" type="datetimeFigureOut">
              <a:rPr lang="en-US" smtClean="0"/>
              <a:t>5/27/25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00669-ACC8-7245-82F6-6B752945B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00669-ACC8-7245-82F6-6B752945B7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0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E670-7A68-B6E1-A74E-A9F4E48D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B4946-C186-C644-320D-C8ECA332C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B6C30-A24D-0B39-235F-DB77C1329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50A08-3E66-2543-5774-3B2EAE55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00669-ACC8-7245-82F6-6B752945B7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84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C00669-ACC8-7245-82F6-6B752945B7D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96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4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6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7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1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7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3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0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1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50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of a server network panel with lights and cables">
            <a:extLst>
              <a:ext uri="{FF2B5EF4-FFF2-40B4-BE49-F238E27FC236}">
                <a16:creationId xmlns:a16="http://schemas.microsoft.com/office/drawing/2014/main" id="{7473787A-2BAD-3849-8716-61EB4E4B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74" b="13457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00E4B-AA20-2A20-0448-D17A7893A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Networks and</a:t>
            </a:r>
            <a:b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</a:br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Systems</a:t>
            </a:r>
            <a:b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</a:br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Management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4AD25-81BB-2C0F-C561-AC49A04CB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Alexandre Cunha up202400086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936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ECEF0-E52C-5776-57D9-A7061262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Motivation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4F4D5EC-0AA5-178D-B214-84BAEE4A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10691812" cy="3739896"/>
          </a:xfrm>
        </p:spPr>
        <p:txBody>
          <a:bodyPr>
            <a:normAutofit/>
          </a:bodyPr>
          <a:lstStyle/>
          <a:p>
            <a:r>
              <a:rPr lang="en-US"/>
              <a:t>As part of our LGP (</a:t>
            </a:r>
            <a:r>
              <a:rPr lang="en-US" err="1"/>
              <a:t>Laboratório</a:t>
            </a:r>
            <a:r>
              <a:rPr lang="en-US"/>
              <a:t> de </a:t>
            </a:r>
            <a:r>
              <a:rPr lang="en-US" err="1"/>
              <a:t>Gestão</a:t>
            </a:r>
            <a:r>
              <a:rPr lang="en-US"/>
              <a:t> de </a:t>
            </a:r>
            <a:r>
              <a:rPr lang="en-US" err="1"/>
              <a:t>Projetos</a:t>
            </a:r>
            <a:r>
              <a:rPr lang="en-US"/>
              <a:t>) class, we’re simulating a startup that delivers a mobile-first solution for journalists to </a:t>
            </a:r>
            <a:r>
              <a:rPr lang="en-US" b="1"/>
              <a:t>share video reports on the go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app supports </a:t>
            </a:r>
            <a:r>
              <a:rPr lang="en-US" b="1"/>
              <a:t>mobile uploads</a:t>
            </a:r>
            <a:r>
              <a:rPr lang="en-US"/>
              <a:t> (recorded or ingested content), backed by a service architecture that includes:</a:t>
            </a:r>
          </a:p>
          <a:p>
            <a:pPr lvl="1"/>
            <a:r>
              <a:rPr lang="en-US"/>
              <a:t>A backend application</a:t>
            </a:r>
          </a:p>
          <a:p>
            <a:pPr lvl="1"/>
            <a:r>
              <a:rPr lang="en-US"/>
              <a:t>The </a:t>
            </a:r>
            <a:r>
              <a:rPr lang="en-US" err="1"/>
              <a:t>tusd</a:t>
            </a:r>
            <a:r>
              <a:rPr lang="en-US"/>
              <a:t> resumable upload server</a:t>
            </a:r>
          </a:p>
          <a:p>
            <a:pPr lvl="1"/>
            <a:r>
              <a:rPr lang="en-US"/>
              <a:t>All traffic managed by a nginx reverse proxy</a:t>
            </a:r>
          </a:p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9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85DC-DE8F-2399-0FE7-692043BE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2783-726F-0F93-6BF0-1AAB0F3B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766763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Motivation Cont.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662F6C-A5C1-1A04-D7EB-432C3BDE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10961439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ensure a </a:t>
            </a:r>
            <a:r>
              <a:rPr lang="en-US" b="1" dirty="0"/>
              <a:t>production-ready and scalable environment</a:t>
            </a:r>
            <a:r>
              <a:rPr lang="en-US" dirty="0"/>
              <a:t>, we identified key needs:</a:t>
            </a:r>
          </a:p>
          <a:p>
            <a:pPr lvl="1"/>
            <a:r>
              <a:rPr lang="en-US" sz="2000" b="1" dirty="0"/>
              <a:t>Automated deployment</a:t>
            </a:r>
            <a:r>
              <a:rPr lang="en-US" sz="2000" dirty="0"/>
              <a:t> of new backend versions with minimal human intervention</a:t>
            </a:r>
          </a:p>
          <a:p>
            <a:pPr lvl="1"/>
            <a:r>
              <a:rPr lang="en-US" sz="2000" b="1" dirty="0"/>
              <a:t>Dynamic nginx configuration updates</a:t>
            </a:r>
            <a:r>
              <a:rPr lang="en-US" sz="2000" dirty="0"/>
              <a:t> without downtime</a:t>
            </a:r>
          </a:p>
          <a:p>
            <a:pPr lvl="1"/>
            <a:r>
              <a:rPr lang="en-US" sz="2000" b="1" dirty="0"/>
              <a:t>Robust monitoring</a:t>
            </a:r>
            <a:r>
              <a:rPr lang="en-US" sz="2000" dirty="0"/>
              <a:t> for observability and service health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setup not only serves our current simulated startup needs but also lays the groundwork for </a:t>
            </a:r>
            <a:r>
              <a:rPr lang="en-US" b="1" dirty="0"/>
              <a:t>container orchestration with Kubernetes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6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5543F-B275-E5BF-E727-D5876B04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ffectLst/>
                <a:latin typeface="Helvetica" pitchFamily="2" charset="0"/>
              </a:rPr>
              <a:t>Problems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9287B5-BD63-9E1B-C7EF-13A08079B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132877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3A0B3-35AE-4450-6E13-6277AC83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BA6A1-C815-DEE3-EB15-115F1B9A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ACB07-7093-ED4A-1DFC-9C1E18D1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ffectLst/>
                <a:latin typeface="Helvetica" pitchFamily="2" charset="0"/>
              </a:rPr>
              <a:t>More Problems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235937-B87B-6320-EC6F-F9238674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BFEF6E3-F931-087B-DF1B-DFF58E5E9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80809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29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BE40A-26AD-25AC-C423-059B056C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ffectLst/>
                <a:latin typeface="Helvetica" pitchFamily="2" charset="0"/>
              </a:rPr>
              <a:t>Solutions</a:t>
            </a:r>
            <a:endParaRPr lang="en-US" sz="3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1E43F89-2431-E9B8-99DE-4E32022FA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3800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555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AE1F4-6DA5-0A26-E286-72B0C993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0045A1-A187-DAA3-36B7-0E1A2F6D1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83230-1FB8-772C-ADC6-6F484946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ffectLst/>
                <a:latin typeface="Helvetica" pitchFamily="2" charset="0"/>
              </a:rPr>
              <a:t>Solutions</a:t>
            </a:r>
            <a:br>
              <a:rPr lang="en-US" sz="3000">
                <a:effectLst/>
                <a:latin typeface="Helvetica" pitchFamily="2" charset="0"/>
              </a:rPr>
            </a:br>
            <a:r>
              <a:rPr lang="en-US" sz="3000">
                <a:effectLst/>
                <a:latin typeface="Helvetica" pitchFamily="2" charset="0"/>
              </a:rPr>
              <a:t>Cont.</a:t>
            </a:r>
            <a:endParaRPr lang="en-US" sz="3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AF5CBA-D550-5EFB-08B4-F1A0E95C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CB1C688-0B59-6385-A8ED-A2DBB092C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59122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691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DA55C-49B0-EF65-5F48-BF2F0AA7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Helvetica" pitchFamily="2" charset="0"/>
              </a:rPr>
              <a:t>Key Benefits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C76F-9EDD-5978-2104-054C1CB60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1" y="423026"/>
            <a:ext cx="6844892" cy="605182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Increased Reliability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Automated deployments and dynamic configuration reduce downtime and eliminate human errors during updates.</a:t>
            </a:r>
          </a:p>
          <a:p>
            <a:pPr algn="just">
              <a:lnSpc>
                <a:spcPct val="100000"/>
              </a:lnSpc>
            </a:pPr>
            <a:r>
              <a:rPr lang="en-US" sz="2400" b="1"/>
              <a:t>Scalability by Design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The architecture supports integration with Kubernetes, allowing for automatic scaling based on load.</a:t>
            </a:r>
          </a:p>
          <a:p>
            <a:pPr algn="just">
              <a:lnSpc>
                <a:spcPct val="100000"/>
              </a:lnSpc>
            </a:pPr>
            <a:r>
              <a:rPr lang="en-US" sz="2400" b="1"/>
              <a:t>Improved Observability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Monitoring dashboards and health checks provide real-time visibility into service status and performance metrics.</a:t>
            </a:r>
            <a:endParaRPr lang="en-US"/>
          </a:p>
          <a:p>
            <a:pPr algn="just">
              <a:lnSpc>
                <a:spcPct val="100000"/>
              </a:lnSpc>
            </a:pPr>
            <a:r>
              <a:rPr lang="en-US" sz="2400" b="1"/>
              <a:t>Reproducible Environments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Containerization and Infrastructure as Code make it easy to reproduce production setups locally or in staging.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30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D7B68-C31A-E920-197F-5D9C518F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Application Services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36B7B9F-C7B7-9BB5-EB71-337376BD6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457426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332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884D7-831E-60E1-00EA-DB52253E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79429B-CE39-958F-5B8B-15F8864F6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72733-754A-2C12-7956-08C16B0C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Network &amp; Proxy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85DC26-A080-6243-0ECD-61F1953C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519AB7C-11C7-4330-EC54-1FA678FBA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903616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98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7CF52-3A81-4A69-A9B9-CD6A1D8D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763F53-ADF8-A247-4665-086F68EC7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412B9-BF12-7E03-7D46-942CC827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Monitoring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5B7BB6-B62F-E6B1-460E-0C8E659C8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94FB7E0-4887-F79F-CB29-C197CE8AC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295470"/>
              </p:ext>
            </p:extLst>
          </p:nvPr>
        </p:nvGraphicFramePr>
        <p:xfrm>
          <a:off x="5509872" y="743837"/>
          <a:ext cx="6057176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03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58244-2C9D-DF1E-2A96-B8CAC7A6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6AF750-96EA-669B-DBE5-037B8C114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EB648-93F0-0BF7-26B2-A5DF5F4F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3837"/>
            <a:ext cx="5207693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Infrastructure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740D6-73CD-395B-E709-3DDD719BD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6B4BA9F-3D45-AD59-42F6-E01382333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812657"/>
              </p:ext>
            </p:extLst>
          </p:nvPr>
        </p:nvGraphicFramePr>
        <p:xfrm>
          <a:off x="5509872" y="743837"/>
          <a:ext cx="6057176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2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341B-5845-8D6D-FEFF-D2E48595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Architectural Overview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88D54F-FB90-9BC6-3D54-0E01D0F43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91140" y="1568196"/>
            <a:ext cx="8910253" cy="5150323"/>
          </a:xfrm>
        </p:spPr>
      </p:pic>
    </p:spTree>
    <p:extLst>
      <p:ext uri="{BB962C8B-B14F-4D97-AF65-F5344CB8AC3E}">
        <p14:creationId xmlns:p14="http://schemas.microsoft.com/office/powerpoint/2010/main" val="31317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5B516-27FC-EE4E-6F5E-2217F521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>
                <a:latin typeface="Helvetica" pitchFamily="2" charset="0"/>
              </a:rPr>
              <a:t>App</a:t>
            </a:r>
            <a:r>
              <a:rPr lang="en-US">
                <a:effectLst/>
                <a:latin typeface="Helvetica" pitchFamily="2" charset="0"/>
              </a:rPr>
              <a:t> </a:t>
            </a:r>
            <a:r>
              <a:rPr lang="en-US">
                <a:latin typeface="Helvetica" pitchFamily="2" charset="0"/>
              </a:rPr>
              <a:t>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146C-CBBD-BE50-B9B6-1A2CC1BF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7"/>
            <a:ext cx="7074646" cy="52233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/>
              <a:t>base docker-compose file</a:t>
            </a:r>
            <a:r>
              <a:rPr lang="en-US" dirty="0"/>
              <a:t> defines and deploys the </a:t>
            </a:r>
            <a:r>
              <a:rPr lang="en-US" b="1" dirty="0"/>
              <a:t>main application stack</a:t>
            </a:r>
            <a:r>
              <a:rPr lang="en-US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Rust App</a:t>
            </a:r>
            <a:r>
              <a:rPr lang="en-US" dirty="0"/>
              <a:t> – Core backend service for upload handling and business logic.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/>
              <a:t>tusd</a:t>
            </a:r>
            <a:r>
              <a:rPr lang="en-US" dirty="0"/>
              <a:t> – Handles resumable file uploads; forwards post-finish hooks to the Rust backend.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Nginx (</a:t>
            </a:r>
            <a:r>
              <a:rPr lang="en-US" b="1" dirty="0" err="1"/>
              <a:t>OpenResty</a:t>
            </a:r>
            <a:r>
              <a:rPr lang="en-US" b="1" dirty="0"/>
              <a:t>)</a:t>
            </a:r>
            <a:r>
              <a:rPr lang="en-US" dirty="0"/>
              <a:t> – Acts as reverse proxy; routes requests to both app and </a:t>
            </a:r>
            <a:r>
              <a:rPr lang="en-US" dirty="0" err="1"/>
              <a:t>tusd</a:t>
            </a:r>
            <a:r>
              <a:rPr lang="en-US" dirty="0"/>
              <a:t> services.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workers</a:t>
            </a:r>
            <a:r>
              <a:rPr lang="en-US" dirty="0"/>
              <a:t> – do multiple analyses to the uploaded videos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Redis</a:t>
            </a:r>
            <a:r>
              <a:rPr lang="en-US" dirty="0"/>
              <a:t> – Supports caching or transient data if needed.</a:t>
            </a:r>
          </a:p>
          <a:p>
            <a:pPr algn="just"/>
            <a:r>
              <a:rPr lang="en-US" b="1" dirty="0"/>
              <a:t>Postgres</a:t>
            </a:r>
            <a:r>
              <a:rPr lang="en-US" dirty="0"/>
              <a:t> – Database for persistence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997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C50DB-032F-11E9-D16E-5A25D733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>
                <a:latin typeface="Helvetica" pitchFamily="2" charset="0"/>
              </a:rPr>
              <a:t>Monitoring Stack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9D1F-81EF-1D6B-31A7-1310B767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8"/>
            <a:ext cx="7310174" cy="384315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/>
              <a:t>A </a:t>
            </a:r>
            <a:r>
              <a:rPr lang="en-US" b="1"/>
              <a:t>separate docker-compose file</a:t>
            </a:r>
            <a:r>
              <a:rPr lang="en-US"/>
              <a:t> is used to deploy the </a:t>
            </a:r>
            <a:r>
              <a:rPr lang="en-US" b="1"/>
              <a:t>monitoring stack</a:t>
            </a:r>
            <a:r>
              <a:rPr lang="en-US"/>
              <a:t>, which includes: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Prometheus</a:t>
            </a:r>
            <a:r>
              <a:rPr lang="en-US"/>
              <a:t> – Collects metrics from all instrumented containers.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Grafana</a:t>
            </a:r>
            <a:r>
              <a:rPr lang="en-US"/>
              <a:t> – Provides real-time dashboards for visualization and alerting.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err="1"/>
              <a:t>cAdvisor</a:t>
            </a:r>
            <a:r>
              <a:rPr lang="en-US"/>
              <a:t> – Exposes resource usage metrics (CPU, memory, disk I/O) per container.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nginx-exporter</a:t>
            </a:r>
            <a:r>
              <a:rPr lang="en-US"/>
              <a:t> – Converts Nginx </a:t>
            </a:r>
            <a:r>
              <a:rPr lang="en-US" err="1"/>
              <a:t>stub_status</a:t>
            </a:r>
            <a:r>
              <a:rPr lang="en-US"/>
              <a:t> into Prometheus-friendly metrics.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1502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78075BE-4130-4D6A-B0EB-6397ED5E5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08B978-9CE5-78AD-0184-572DFFBB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4186"/>
          <a:stretch>
            <a:fillRect/>
          </a:stretch>
        </p:blipFill>
        <p:spPr>
          <a:xfrm>
            <a:off x="0" y="0"/>
            <a:ext cx="12204284" cy="62560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357A3C-16E5-E557-2E14-3BEF06A01E7B}"/>
              </a:ext>
            </a:extLst>
          </p:cNvPr>
          <p:cNvSpPr txBox="1"/>
          <p:nvPr/>
        </p:nvSpPr>
        <p:spPr>
          <a:xfrm>
            <a:off x="-12284" y="6372376"/>
            <a:ext cx="4778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Dashboard Under normal circumstances Part 1</a:t>
            </a:r>
          </a:p>
        </p:txBody>
      </p:sp>
    </p:spTree>
    <p:extLst>
      <p:ext uri="{BB962C8B-B14F-4D97-AF65-F5344CB8AC3E}">
        <p14:creationId xmlns:p14="http://schemas.microsoft.com/office/powerpoint/2010/main" val="2119028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F4C68-D741-FA97-E8C6-23775D9B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E71E55B-7D80-D9BF-582E-DCC1DA9CD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11EE31-2653-8E32-00A7-FF3E5B3EC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78F98FB-D622-6160-F87D-13796AF63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F32759D-ECD9-A37F-1BD4-E63E92167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000DE-9C31-6332-8F22-C014D815A1EA}"/>
              </a:ext>
            </a:extLst>
          </p:cNvPr>
          <p:cNvSpPr txBox="1"/>
          <p:nvPr/>
        </p:nvSpPr>
        <p:spPr>
          <a:xfrm>
            <a:off x="0" y="6441031"/>
            <a:ext cx="4778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Dashboard Under normal circumstances Part 2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F40D30-E91A-C38E-48CD-B4BB92338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65" y="0"/>
            <a:ext cx="11224470" cy="64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09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C7405-0AC5-A071-C7E3-19C381672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15840A-6667-45D0-FC59-2EC8A148E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D16929-FA7D-2204-8204-DEC0D9308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0DE84FE-7C93-73C3-CB51-C94A3D95A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986B964-ACCF-2D27-CD6F-2A75B493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BE4D5-3B65-FFA2-1027-10A1AC6C6577}"/>
              </a:ext>
            </a:extLst>
          </p:cNvPr>
          <p:cNvSpPr txBox="1"/>
          <p:nvPr/>
        </p:nvSpPr>
        <p:spPr>
          <a:xfrm>
            <a:off x="0" y="6488668"/>
            <a:ext cx="3397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Dashboard if services goes down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CEE490-22CF-2180-2D38-9CDE87169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6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37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FC88F5-FA05-C068-A152-177D980E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C9B42C-A0B2-A8F1-D402-91BDA45EE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61F5E8-D2D0-D95F-C85D-1F4D895F3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F921DAE-06B1-7F52-09B4-B39A606C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B12DF0A-C902-BF9D-B55B-4532C3B2E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752781-BB15-4D44-EE5C-ABA97E7C55E7}"/>
              </a:ext>
            </a:extLst>
          </p:cNvPr>
          <p:cNvSpPr txBox="1"/>
          <p:nvPr/>
        </p:nvSpPr>
        <p:spPr>
          <a:xfrm>
            <a:off x="0" y="6488668"/>
            <a:ext cx="25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Dashboard if under load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66C847-2214-F725-E248-C79F60AE7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4381" y="-2068849"/>
            <a:ext cx="14150381" cy="874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40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4F992-9A42-6485-DFE7-9C40E9FA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16AEB-C46A-A202-319B-AB9DA7DA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5" y="964692"/>
            <a:ext cx="3716711" cy="1463040"/>
          </a:xfrm>
        </p:spPr>
        <p:txBody>
          <a:bodyPr anchor="t">
            <a:normAutofit fontScale="90000"/>
          </a:bodyPr>
          <a:lstStyle/>
          <a:p>
            <a:r>
              <a:rPr lang="en-US" b="1" dirty="0">
                <a:latin typeface="Helvetica" pitchFamily="2" charset="0"/>
              </a:rPr>
              <a:t>Stress Test</a:t>
            </a:r>
            <a:br>
              <a:rPr lang="en-US" dirty="0">
                <a:latin typeface="Helvetica" pitchFamily="2" charset="0"/>
              </a:rPr>
            </a:br>
            <a:r>
              <a:rPr lang="en-US" sz="3100" dirty="0">
                <a:latin typeface="Helvetica" pitchFamily="2" charset="0"/>
              </a:rPr>
              <a:t>Load Testing Summary (k6)</a:t>
            </a:r>
            <a:br>
              <a:rPr lang="en-US" sz="3100" dirty="0">
                <a:latin typeface="Helvetica" pitchFamily="2" charset="0"/>
              </a:rPr>
            </a:br>
            <a:endParaRPr lang="en-US" dirty="0">
              <a:latin typeface="Helvetica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5EE53-1D39-B484-3534-EDB933BD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971" y="776529"/>
            <a:ext cx="7388943" cy="2016660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Duration: </a:t>
            </a:r>
            <a:r>
              <a:rPr lang="en-US" b="1" dirty="0"/>
              <a:t>2 minutes 30 seconds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Max Virtual Users (VUs): </a:t>
            </a:r>
            <a:r>
              <a:rPr lang="en-US" b="1" dirty="0"/>
              <a:t>100</a:t>
            </a:r>
          </a:p>
          <a:p>
            <a:pPr>
              <a:lnSpc>
                <a:spcPct val="100000"/>
              </a:lnSpc>
            </a:pPr>
            <a:r>
              <a:rPr lang="en-US" dirty="0"/>
              <a:t>Objective: Test system under extreme concurrency</a:t>
            </a:r>
          </a:p>
          <a:p>
            <a:pPr>
              <a:lnSpc>
                <a:spcPct val="100000"/>
              </a:lnSpc>
            </a:pPr>
            <a:r>
              <a:rPr lang="en-US" dirty="0"/>
              <a:t>Test simulates: Account creation; Multiple logins; Video uploads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95A9150-1FF2-5D5B-FD67-1C4779CFD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11"/>
          <a:stretch>
            <a:fillRect/>
          </a:stretch>
        </p:blipFill>
        <p:spPr>
          <a:xfrm>
            <a:off x="20" y="2863970"/>
            <a:ext cx="12191980" cy="3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55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6828-75DF-5D5E-01BE-58807ECB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22F2-62D5-0288-5736-1227AE8E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 b="1" dirty="0">
                <a:latin typeface="Helvetica" pitchFamily="2" charset="0"/>
              </a:rPr>
              <a:t>Stress Test</a:t>
            </a:r>
            <a:br>
              <a:rPr lang="en-US" dirty="0">
                <a:latin typeface="Helvetica" pitchFamily="2" charset="0"/>
              </a:rPr>
            </a:br>
            <a:r>
              <a:rPr lang="en-US" sz="3200" dirty="0">
                <a:latin typeface="Helvetica" pitchFamily="2" charset="0"/>
              </a:rPr>
              <a:t>HTTP Request Metrics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7E148-B29D-3F6D-083C-A1EEF3809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463" y="908957"/>
            <a:ext cx="7557701" cy="4497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HTTP Performance:</a:t>
            </a:r>
          </a:p>
          <a:p>
            <a:r>
              <a:rPr lang="en-US" dirty="0"/>
              <a:t>Total Requests: </a:t>
            </a:r>
            <a:r>
              <a:rPr lang="en-US" b="1" dirty="0"/>
              <a:t>630</a:t>
            </a:r>
            <a:endParaRPr lang="en-US" dirty="0"/>
          </a:p>
          <a:p>
            <a:r>
              <a:rPr lang="en-US" dirty="0"/>
              <a:t>Success Rate: </a:t>
            </a:r>
            <a:r>
              <a:rPr lang="en-US" b="1" dirty="0"/>
              <a:t>70.64%</a:t>
            </a:r>
            <a:endParaRPr lang="en-US" dirty="0"/>
          </a:p>
          <a:p>
            <a:r>
              <a:rPr lang="en-US" dirty="0"/>
              <a:t>Failures: </a:t>
            </a:r>
            <a:r>
              <a:rPr lang="en-US" b="1" dirty="0"/>
              <a:t>29.36%</a:t>
            </a:r>
            <a:r>
              <a:rPr lang="en-US" dirty="0"/>
              <a:t> (185 failed)</a:t>
            </a:r>
          </a:p>
          <a:p>
            <a:r>
              <a:rPr lang="en-US" dirty="0"/>
              <a:t>Request Duration:</a:t>
            </a:r>
          </a:p>
          <a:p>
            <a:pPr lvl="1"/>
            <a:r>
              <a:rPr lang="en-US" dirty="0"/>
              <a:t>Average: </a:t>
            </a:r>
            <a:r>
              <a:rPr lang="en-US" b="1" dirty="0"/>
              <a:t>17.5s</a:t>
            </a:r>
            <a:endParaRPr lang="en-US" dirty="0"/>
          </a:p>
          <a:p>
            <a:pPr lvl="1"/>
            <a:r>
              <a:rPr lang="en-US" dirty="0"/>
              <a:t>Median: </a:t>
            </a:r>
            <a:r>
              <a:rPr lang="en-US" b="1" dirty="0"/>
              <a:t>8.78s</a:t>
            </a:r>
            <a:endParaRPr lang="en-US" dirty="0"/>
          </a:p>
          <a:p>
            <a:pPr lvl="1"/>
            <a:r>
              <a:rPr lang="en-US" dirty="0"/>
              <a:t>Max: </a:t>
            </a:r>
            <a:r>
              <a:rPr lang="en-US" b="1" dirty="0"/>
              <a:t>1 minute</a:t>
            </a:r>
            <a:endParaRPr lang="en-US" dirty="0"/>
          </a:p>
          <a:p>
            <a:pPr lvl="1"/>
            <a:r>
              <a:rPr lang="en-US" dirty="0"/>
              <a:t>95th Percentile: </a:t>
            </a:r>
            <a:r>
              <a:rPr lang="en-US" b="1" dirty="0"/>
              <a:t>1 minute</a:t>
            </a:r>
            <a:endParaRPr lang="en-US" dirty="0"/>
          </a:p>
          <a:p>
            <a:r>
              <a:rPr lang="en-US" dirty="0"/>
              <a:t>Expected responses only:</a:t>
            </a:r>
          </a:p>
          <a:p>
            <a:pPr lvl="1"/>
            <a:r>
              <a:rPr lang="en-US" dirty="0"/>
              <a:t>Average: </a:t>
            </a:r>
            <a:r>
              <a:rPr lang="en-US" b="1" dirty="0"/>
              <a:t>7.02s</a:t>
            </a:r>
            <a:endParaRPr lang="en-US" dirty="0"/>
          </a:p>
          <a:p>
            <a:pPr lvl="1"/>
            <a:r>
              <a:rPr lang="en-US" dirty="0"/>
              <a:t>Max: </a:t>
            </a:r>
            <a:r>
              <a:rPr lang="en-US" b="1" dirty="0"/>
              <a:t>11.38s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905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BCA0-E4AD-6148-98ED-2D24C7B3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43744-1BA3-6AD0-11CA-A104DDA6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 b="1" dirty="0">
                <a:latin typeface="Helvetica" pitchFamily="2" charset="0"/>
              </a:rPr>
              <a:t>Stress Test</a:t>
            </a:r>
            <a:br>
              <a:rPr lang="en-US" dirty="0">
                <a:latin typeface="Helvetica" pitchFamily="2" charset="0"/>
              </a:rPr>
            </a:br>
            <a:r>
              <a:rPr lang="en-US" sz="3200" dirty="0">
                <a:latin typeface="Helvetica" pitchFamily="2" charset="0"/>
              </a:rPr>
              <a:t>Execution Details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85B4-4DCE-B010-0032-C994C38DF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463" y="908957"/>
            <a:ext cx="7557701" cy="5031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Execution &amp; Iteration Stats:</a:t>
            </a:r>
          </a:p>
          <a:p>
            <a:r>
              <a:rPr lang="en-US" dirty="0"/>
              <a:t>Completed Iterations: </a:t>
            </a:r>
            <a:r>
              <a:rPr lang="en-US" b="1" dirty="0"/>
              <a:t>185</a:t>
            </a:r>
            <a:endParaRPr lang="en-US" dirty="0"/>
          </a:p>
          <a:p>
            <a:r>
              <a:rPr lang="en-US" dirty="0"/>
              <a:t>Dropped Iterations: </a:t>
            </a:r>
            <a:r>
              <a:rPr lang="en-US" b="1" dirty="0"/>
              <a:t>378</a:t>
            </a:r>
            <a:endParaRPr lang="en-US" dirty="0"/>
          </a:p>
          <a:p>
            <a:r>
              <a:rPr lang="en-US" dirty="0"/>
              <a:t>Iteration Duration:</a:t>
            </a:r>
          </a:p>
          <a:p>
            <a:pPr lvl="1"/>
            <a:r>
              <a:rPr lang="en-US" dirty="0"/>
              <a:t>Average: </a:t>
            </a:r>
            <a:r>
              <a:rPr lang="en-US" b="1" dirty="0"/>
              <a:t>59.79s</a:t>
            </a:r>
            <a:endParaRPr lang="en-US" dirty="0"/>
          </a:p>
          <a:p>
            <a:pPr lvl="1"/>
            <a:r>
              <a:rPr lang="en-US" dirty="0"/>
              <a:t>Median: </a:t>
            </a:r>
            <a:r>
              <a:rPr lang="en-US" b="1" dirty="0"/>
              <a:t>1 minute</a:t>
            </a:r>
            <a:endParaRPr lang="en-US" dirty="0"/>
          </a:p>
          <a:p>
            <a:pPr lvl="1"/>
            <a:r>
              <a:rPr lang="en-US" dirty="0"/>
              <a:t>95th Percentile: </a:t>
            </a:r>
            <a:r>
              <a:rPr lang="en-US" b="1" dirty="0"/>
              <a:t>1m 39s</a:t>
            </a:r>
            <a:endParaRPr lang="en-US" dirty="0"/>
          </a:p>
          <a:p>
            <a:r>
              <a:rPr lang="en-US" dirty="0"/>
              <a:t>Virtual Users:</a:t>
            </a:r>
          </a:p>
          <a:p>
            <a:pPr lvl="1"/>
            <a:r>
              <a:rPr lang="en-US" dirty="0"/>
              <a:t>Active: </a:t>
            </a:r>
            <a:r>
              <a:rPr lang="en-US" b="1" dirty="0"/>
              <a:t>Up to 100</a:t>
            </a:r>
            <a:endParaRPr lang="en-US" dirty="0"/>
          </a:p>
          <a:p>
            <a:pPr lvl="1"/>
            <a:r>
              <a:rPr lang="en-US" dirty="0"/>
              <a:t>Stable at 38 during peak</a:t>
            </a:r>
          </a:p>
          <a:p>
            <a:pPr marL="0" indent="0">
              <a:buNone/>
            </a:pPr>
            <a:r>
              <a:rPr lang="en-US" dirty="0"/>
              <a:t>So out of the </a:t>
            </a:r>
            <a:r>
              <a:rPr lang="en-US" b="1" dirty="0"/>
              <a:t>total 563 iterations attempted</a:t>
            </a:r>
            <a:r>
              <a:rPr lang="en-US" dirty="0"/>
              <a:t>, only </a:t>
            </a:r>
            <a:r>
              <a:rPr lang="en-US" b="1" dirty="0"/>
              <a:t>185 (≈32.8%) completed successfully</a:t>
            </a:r>
            <a:r>
              <a:rPr lang="en-US" dirty="0"/>
              <a:t> under load.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089E1F-C9A0-213E-17D9-112D73A76E65}"/>
              </a:ext>
            </a:extLst>
          </p:cNvPr>
          <p:cNvSpPr/>
          <p:nvPr/>
        </p:nvSpPr>
        <p:spPr>
          <a:xfrm>
            <a:off x="319314" y="3153988"/>
            <a:ext cx="4204149" cy="2786742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solidFill>
              <a:schemeClr val="tx2">
                <a:lumMod val="25000"/>
                <a:lumOff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7008E-9D91-46AC-82C3-60FD5CB6D545}"/>
              </a:ext>
            </a:extLst>
          </p:cNvPr>
          <p:cNvSpPr txBox="1"/>
          <p:nvPr/>
        </p:nvSpPr>
        <p:spPr>
          <a:xfrm>
            <a:off x="363388" y="3254697"/>
            <a:ext cx="41160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is an Iteration?</a:t>
            </a:r>
          </a:p>
          <a:p>
            <a:r>
              <a:rPr lang="en-US" dirty="0"/>
              <a:t>An </a:t>
            </a:r>
            <a:r>
              <a:rPr lang="en-US" b="1" dirty="0"/>
              <a:t>iteration</a:t>
            </a:r>
            <a:r>
              <a:rPr lang="en-US" dirty="0"/>
              <a:t> is </a:t>
            </a:r>
            <a:r>
              <a:rPr lang="en-US" b="1" dirty="0"/>
              <a:t>one full execution</a:t>
            </a:r>
            <a:r>
              <a:rPr lang="en-US" dirty="0"/>
              <a:t> of the script by a virtual user (VU).</a:t>
            </a:r>
          </a:p>
          <a:p>
            <a:endParaRPr lang="en-US" dirty="0"/>
          </a:p>
          <a:p>
            <a:r>
              <a:rPr lang="en-US" b="1" dirty="0"/>
              <a:t>In this script, one iteration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Register</a:t>
            </a:r>
            <a:r>
              <a:rPr lang="en-US" dirty="0"/>
              <a:t> a new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Login</a:t>
            </a:r>
            <a:r>
              <a:rPr lang="en-US" dirty="0"/>
              <a:t> 10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Upload</a:t>
            </a:r>
            <a:r>
              <a:rPr lang="en-US" dirty="0"/>
              <a:t> 5 files in PATCH chunks (2MB each)</a:t>
            </a:r>
          </a:p>
        </p:txBody>
      </p:sp>
    </p:spTree>
    <p:extLst>
      <p:ext uri="{BB962C8B-B14F-4D97-AF65-F5344CB8AC3E}">
        <p14:creationId xmlns:p14="http://schemas.microsoft.com/office/powerpoint/2010/main" val="1255156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686C1-9C85-5CD3-8779-1C73040DD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238F-0514-BC88-2DB5-ABAA9A9F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 b="1" dirty="0">
                <a:latin typeface="Helvetica" pitchFamily="2" charset="0"/>
              </a:rPr>
              <a:t>Stress Test</a:t>
            </a:r>
            <a:br>
              <a:rPr lang="en-US" dirty="0">
                <a:latin typeface="Helvetica" pitchFamily="2" charset="0"/>
              </a:rPr>
            </a:br>
            <a:r>
              <a:rPr lang="en-US" sz="3200" dirty="0">
                <a:latin typeface="Helvetica" pitchFamily="2" charset="0"/>
              </a:rPr>
              <a:t>Key Observations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D94F-6097-FE87-5EFD-B5D5CFCEA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463" y="908957"/>
            <a:ext cx="7557701" cy="4497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System Behavior Under Load:</a:t>
            </a:r>
          </a:p>
          <a:p>
            <a:r>
              <a:rPr lang="en-US" dirty="0"/>
              <a:t>App remained </a:t>
            </a:r>
            <a:r>
              <a:rPr lang="en-US" b="1" dirty="0"/>
              <a:t>resilient</a:t>
            </a:r>
            <a:r>
              <a:rPr lang="en-US" dirty="0"/>
              <a:t> under heavy load</a:t>
            </a:r>
          </a:p>
          <a:p>
            <a:r>
              <a:rPr lang="en-US" dirty="0"/>
              <a:t>Faced </a:t>
            </a:r>
            <a:r>
              <a:rPr lang="en-US" b="1" dirty="0"/>
              <a:t>performance bottlenecks</a:t>
            </a:r>
            <a:r>
              <a:rPr lang="en-US" dirty="0"/>
              <a:t> with DB driver:</a:t>
            </a:r>
          </a:p>
          <a:p>
            <a:pPr lvl="1"/>
            <a:r>
              <a:rPr lang="en-US" dirty="0"/>
              <a:t>Crashed under sustained peak</a:t>
            </a:r>
          </a:p>
          <a:p>
            <a:pPr lvl="1"/>
            <a:r>
              <a:rPr lang="en-US" dirty="0"/>
              <a:t>Required </a:t>
            </a:r>
            <a:r>
              <a:rPr lang="en-US" b="1" dirty="0"/>
              <a:t>manual restart</a:t>
            </a:r>
            <a:endParaRPr lang="en-US" dirty="0"/>
          </a:p>
          <a:p>
            <a:r>
              <a:rPr lang="en-US" dirty="0"/>
              <a:t>Bottlenecks seen especially with </a:t>
            </a:r>
            <a:r>
              <a:rPr lang="en-US" b="1" dirty="0"/>
              <a:t>concurrent logins and video uploads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419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4359-41C2-9199-3C11-3BFEE8D0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2554-A48C-2D78-80A8-D76E27C1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 b="1" dirty="0">
                <a:latin typeface="Helvetica" pitchFamily="2" charset="0"/>
              </a:rPr>
              <a:t>Stress Test</a:t>
            </a:r>
            <a:br>
              <a:rPr lang="en-US" dirty="0">
                <a:latin typeface="Helvetica" pitchFamily="2" charset="0"/>
              </a:rPr>
            </a:br>
            <a:r>
              <a:rPr lang="en-US" sz="3200" dirty="0">
                <a:latin typeface="Helvetica" pitchFamily="2" charset="0"/>
              </a:rPr>
              <a:t>Conclusion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879F7-148B-29FC-405B-37A1814BB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3463" y="908957"/>
            <a:ext cx="7557701" cy="4497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 Thoughts &amp; Realistic Expectations:</a:t>
            </a:r>
          </a:p>
          <a:p>
            <a:r>
              <a:rPr lang="en-US" dirty="0"/>
              <a:t>This test simulated a </a:t>
            </a:r>
            <a:r>
              <a:rPr lang="en-US" b="1" dirty="0"/>
              <a:t>worst-case load</a:t>
            </a:r>
            <a:endParaRPr lang="en-US" dirty="0"/>
          </a:p>
          <a:p>
            <a:r>
              <a:rPr lang="en-US" b="1" dirty="0"/>
              <a:t>Expected real-world peak</a:t>
            </a:r>
            <a:r>
              <a:rPr lang="en-US" dirty="0"/>
              <a:t>: 20–30 concurrent users</a:t>
            </a:r>
          </a:p>
          <a:p>
            <a:r>
              <a:rPr lang="en-US" dirty="0"/>
              <a:t>App functioned for </a:t>
            </a:r>
            <a:r>
              <a:rPr lang="en-US" b="1" dirty="0"/>
              <a:t>~1 minute</a:t>
            </a:r>
            <a:r>
              <a:rPr lang="en-US" dirty="0"/>
              <a:t> under full 100-user pressure</a:t>
            </a:r>
          </a:p>
          <a:p>
            <a:r>
              <a:rPr lang="en-US" b="1" dirty="0"/>
              <a:t>Acceptable performance</a:t>
            </a:r>
            <a:r>
              <a:rPr lang="en-US" dirty="0"/>
              <a:t> for anticipated usage</a:t>
            </a:r>
          </a:p>
          <a:p>
            <a:r>
              <a:rPr lang="en-US" dirty="0"/>
              <a:t>Next steps:</a:t>
            </a:r>
          </a:p>
          <a:p>
            <a:pPr lvl="1"/>
            <a:r>
              <a:rPr lang="en-US" dirty="0"/>
              <a:t>Optimize DB interactions</a:t>
            </a:r>
          </a:p>
          <a:p>
            <a:pPr lvl="1"/>
            <a:r>
              <a:rPr lang="en-US" dirty="0"/>
              <a:t>Add </a:t>
            </a:r>
            <a:r>
              <a:rPr lang="en-US" b="1" dirty="0"/>
              <a:t>graceful failure handling</a:t>
            </a:r>
            <a:endParaRPr lang="en-US" dirty="0"/>
          </a:p>
          <a:p>
            <a:pPr lvl="1"/>
            <a:r>
              <a:rPr lang="en-US" dirty="0"/>
              <a:t>Implement </a:t>
            </a:r>
            <a:r>
              <a:rPr lang="en-US" b="1" dirty="0"/>
              <a:t>automatic recovery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166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4969-2D6E-87D7-B506-09A156BD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END</a:t>
            </a:r>
            <a:endParaRPr lang="en-US"/>
          </a:p>
        </p:txBody>
      </p:sp>
      <p:sp>
        <p:nvSpPr>
          <p:cNvPr id="4" name="Marcador de Posição da Imagem 3">
            <a:extLst>
              <a:ext uri="{FF2B5EF4-FFF2-40B4-BE49-F238E27FC236}">
                <a16:creationId xmlns:a16="http://schemas.microsoft.com/office/drawing/2014/main" id="{430D4D11-44B8-1F1C-233F-6BB0882EE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5712" y="2247900"/>
            <a:ext cx="6172200" cy="2362200"/>
          </a:xfrm>
        </p:spPr>
        <p:txBody>
          <a:bodyPr/>
          <a:lstStyle/>
          <a:p>
            <a:pPr algn="just"/>
            <a:r>
              <a:rPr lang="pt-PT" dirty="0"/>
              <a:t>Alexandre Cunha, up202400086</a:t>
            </a:r>
          </a:p>
          <a:p>
            <a:pPr algn="just"/>
            <a:endParaRPr lang="pt-PT" dirty="0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A7AEAF9-7482-47E8-99C8-1A3367163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3429000"/>
            <a:ext cx="4103431" cy="2439988"/>
          </a:xfrm>
        </p:spPr>
        <p:txBody>
          <a:bodyPr>
            <a:normAutofit/>
          </a:bodyPr>
          <a:lstStyle/>
          <a:p>
            <a:r>
              <a:rPr lang="pt-PT" sz="4400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35190574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ronicle">
    <a:dk1>
      <a:srgbClr val="000000"/>
    </a:dk1>
    <a:lt1>
      <a:srgbClr val="FFFFFF"/>
    </a:lt1>
    <a:dk2>
      <a:srgbClr val="1C1C32"/>
    </a:dk2>
    <a:lt2>
      <a:srgbClr val="F8F4F1"/>
    </a:lt2>
    <a:accent1>
      <a:srgbClr val="734B67"/>
    </a:accent1>
    <a:accent2>
      <a:srgbClr val="959EBB"/>
    </a:accent2>
    <a:accent3>
      <a:srgbClr val="596781"/>
    </a:accent3>
    <a:accent4>
      <a:srgbClr val="7F6E8C"/>
    </a:accent4>
    <a:accent5>
      <a:srgbClr val="DB9A8F"/>
    </a:accent5>
    <a:accent6>
      <a:srgbClr val="C29AB1"/>
    </a:accent6>
    <a:hlink>
      <a:srgbClr val="778BA2"/>
    </a:hlink>
    <a:folHlink>
      <a:srgbClr val="A27C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1260</Words>
  <Application>Microsoft Macintosh PowerPoint</Application>
  <PresentationFormat>Widescreen</PresentationFormat>
  <Paragraphs>151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Calisto MT</vt:lpstr>
      <vt:lpstr>Helvetica</vt:lpstr>
      <vt:lpstr>Univers Condensed</vt:lpstr>
      <vt:lpstr>ChronicleVTI</vt:lpstr>
      <vt:lpstr>Networks and Systems Management</vt:lpstr>
      <vt:lpstr>Motivation</vt:lpstr>
      <vt:lpstr>Motivation Cont.</vt:lpstr>
      <vt:lpstr>Problems</vt:lpstr>
      <vt:lpstr>More Problems</vt:lpstr>
      <vt:lpstr>Solutions</vt:lpstr>
      <vt:lpstr>Solutions Cont.</vt:lpstr>
      <vt:lpstr>Key Benefits</vt:lpstr>
      <vt:lpstr>Tech Stack Application Services</vt:lpstr>
      <vt:lpstr>Tech Stack Network &amp; Proxy</vt:lpstr>
      <vt:lpstr>Tech Stack Monitoring</vt:lpstr>
      <vt:lpstr>Tech Stack Infrastructure</vt:lpstr>
      <vt:lpstr>Architectural Overview</vt:lpstr>
      <vt:lpstr>App Compose</vt:lpstr>
      <vt:lpstr>Monitoring Stack Compose</vt:lpstr>
      <vt:lpstr>PowerPoint Presentation</vt:lpstr>
      <vt:lpstr>PowerPoint Presentation</vt:lpstr>
      <vt:lpstr>PowerPoint Presentation</vt:lpstr>
      <vt:lpstr>PowerPoint Presentation</vt:lpstr>
      <vt:lpstr>Stress Test Load Testing Summary (k6) </vt:lpstr>
      <vt:lpstr>Stress Test HTTP Request Metrics</vt:lpstr>
      <vt:lpstr>Stress Test Execution Details</vt:lpstr>
      <vt:lpstr>Stress Test Key Observations</vt:lpstr>
      <vt:lpstr>Stress Test Conclusion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Machado Leão Silva Cunha</dc:creator>
  <cp:lastModifiedBy>Alexandre Machado Leão Silva Cunha</cp:lastModifiedBy>
  <cp:revision>2</cp:revision>
  <dcterms:created xsi:type="dcterms:W3CDTF">2025-04-29T13:21:03Z</dcterms:created>
  <dcterms:modified xsi:type="dcterms:W3CDTF">2025-05-27T17:01:36Z</dcterms:modified>
</cp:coreProperties>
</file>